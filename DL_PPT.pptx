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9"/>
  </p:notesMasterIdLst>
  <p:sldIdLst>
    <p:sldId id="256" r:id="rId3"/>
    <p:sldId id="257" r:id="rId4"/>
    <p:sldId id="274" r:id="rId5"/>
    <p:sldId id="275" r:id="rId6"/>
    <p:sldId id="279" r:id="rId7"/>
    <p:sldId id="273" r:id="rId8"/>
  </p:sldIdLst>
  <p:sldSz cx="9144000" cy="6858000" type="screen4x3"/>
  <p:notesSz cx="6858000" cy="9144000"/>
  <p:embeddedFontLst>
    <p:embeddedFont>
      <p:font typeface="Book Antiqua" panose="02040602050305030304" pitchFamily="18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VIN S" initials="NS" lastIdx="1" clrIdx="0">
    <p:extLst>
      <p:ext uri="{19B8F6BF-5375-455C-9EA6-DF929625EA0E}">
        <p15:presenceInfo xmlns:p15="http://schemas.microsoft.com/office/powerpoint/2012/main" userId="48974601532dbe1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E9CF81-F955-4B9F-9E04-112FB4199E38}" v="133" dt="2025-10-15T08:07:43.442"/>
  </p1510:revLst>
</p1510:revInfo>
</file>

<file path=ppt/tableStyles.xml><?xml version="1.0" encoding="utf-8"?>
<a:tblStyleLst xmlns:a="http://schemas.openxmlformats.org/drawingml/2006/main" def="{510F3301-8B3F-408C-A0C4-B94B50440ABC}">
  <a:tblStyle styleId="{510F3301-8B3F-408C-A0C4-B94B50440A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DD06F017-8913-415C-A45D-E9A5FC2D5D0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22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2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RUN S" userId="38598acafab7c2e1" providerId="LiveId" clId="{CAFE67C3-749F-43A3-B9F2-4562D9B075CF}"/>
    <pc:docChg chg="undo redo custSel delSld modSld">
      <pc:chgData name="VARUN S" userId="38598acafab7c2e1" providerId="LiveId" clId="{CAFE67C3-749F-43A3-B9F2-4562D9B075CF}" dt="2025-10-15T08:07:43.441" v="1182" actId="1076"/>
      <pc:docMkLst>
        <pc:docMk/>
      </pc:docMkLst>
      <pc:sldChg chg="addSp delSp modSp mod">
        <pc:chgData name="VARUN S" userId="38598acafab7c2e1" providerId="LiveId" clId="{CAFE67C3-749F-43A3-B9F2-4562D9B075CF}" dt="2025-10-15T08:06:22.682" v="1170" actId="20577"/>
        <pc:sldMkLst>
          <pc:docMk/>
          <pc:sldMk cId="0" sldId="257"/>
        </pc:sldMkLst>
        <pc:spChg chg="mod">
          <ac:chgData name="VARUN S" userId="38598acafab7c2e1" providerId="LiveId" clId="{CAFE67C3-749F-43A3-B9F2-4562D9B075CF}" dt="2025-10-06T10:05:33.034" v="914" actId="14100"/>
          <ac:spMkLst>
            <pc:docMk/>
            <pc:sldMk cId="0" sldId="257"/>
            <ac:spMk id="2" creationId="{4BE4A636-467E-6A78-B816-2F16F9015F61}"/>
          </ac:spMkLst>
        </pc:spChg>
        <pc:spChg chg="mod">
          <ac:chgData name="VARUN S" userId="38598acafab7c2e1" providerId="LiveId" clId="{CAFE67C3-749F-43A3-B9F2-4562D9B075CF}" dt="2025-10-06T10:05:22.813" v="913" actId="1076"/>
          <ac:spMkLst>
            <pc:docMk/>
            <pc:sldMk cId="0" sldId="257"/>
            <ac:spMk id="7" creationId="{08D0787B-1416-D59B-0226-AD66197A578F}"/>
          </ac:spMkLst>
        </pc:spChg>
        <pc:spChg chg="mod">
          <ac:chgData name="VARUN S" userId="38598acafab7c2e1" providerId="LiveId" clId="{CAFE67C3-749F-43A3-B9F2-4562D9B075CF}" dt="2025-10-06T10:04:58.759" v="909" actId="1076"/>
          <ac:spMkLst>
            <pc:docMk/>
            <pc:sldMk cId="0" sldId="257"/>
            <ac:spMk id="8" creationId="{6A219835-60BA-4ABA-7B8B-DA1A2728B7C3}"/>
          </ac:spMkLst>
        </pc:spChg>
        <pc:spChg chg="mod">
          <ac:chgData name="VARUN S" userId="38598acafab7c2e1" providerId="LiveId" clId="{CAFE67C3-749F-43A3-B9F2-4562D9B075CF}" dt="2025-10-15T08:06:22.682" v="1170" actId="20577"/>
          <ac:spMkLst>
            <pc:docMk/>
            <pc:sldMk cId="0" sldId="257"/>
            <ac:spMk id="9" creationId="{BFD59A8C-FFCF-8505-9AA3-698A71521188}"/>
          </ac:spMkLst>
        </pc:spChg>
        <pc:spChg chg="mod">
          <ac:chgData name="VARUN S" userId="38598acafab7c2e1" providerId="LiveId" clId="{CAFE67C3-749F-43A3-B9F2-4562D9B075CF}" dt="2025-10-06T10:04:52.324" v="908" actId="1076"/>
          <ac:spMkLst>
            <pc:docMk/>
            <pc:sldMk cId="0" sldId="257"/>
            <ac:spMk id="10" creationId="{8849D22C-3D3A-C474-5BCE-9754CAE42886}"/>
          </ac:spMkLst>
        </pc:spChg>
        <pc:spChg chg="mod">
          <ac:chgData name="VARUN S" userId="38598acafab7c2e1" providerId="LiveId" clId="{CAFE67C3-749F-43A3-B9F2-4562D9B075CF}" dt="2025-10-15T08:05:58.056" v="1160" actId="20577"/>
          <ac:spMkLst>
            <pc:docMk/>
            <pc:sldMk cId="0" sldId="257"/>
            <ac:spMk id="12" creationId="{19F80833-3245-8181-E455-535FCF7A5234}"/>
          </ac:spMkLst>
        </pc:spChg>
        <pc:spChg chg="add mod">
          <ac:chgData name="VARUN S" userId="38598acafab7c2e1" providerId="LiveId" clId="{CAFE67C3-749F-43A3-B9F2-4562D9B075CF}" dt="2025-10-06T09:46:56.163" v="887" actId="404"/>
          <ac:spMkLst>
            <pc:docMk/>
            <pc:sldMk cId="0" sldId="257"/>
            <ac:spMk id="40" creationId="{180EBC80-1B4C-319E-FA73-48AAB08BDA17}"/>
          </ac:spMkLst>
        </pc:spChg>
        <pc:spChg chg="add mod">
          <ac:chgData name="VARUN S" userId="38598acafab7c2e1" providerId="LiveId" clId="{CAFE67C3-749F-43A3-B9F2-4562D9B075CF}" dt="2025-10-06T09:47:17.416" v="891" actId="1076"/>
          <ac:spMkLst>
            <pc:docMk/>
            <pc:sldMk cId="0" sldId="257"/>
            <ac:spMk id="41" creationId="{DF54B432-2DB6-80AB-EDAE-4668BD68BC20}"/>
          </ac:spMkLst>
        </pc:spChg>
        <pc:spChg chg="add mod">
          <ac:chgData name="VARUN S" userId="38598acafab7c2e1" providerId="LiveId" clId="{CAFE67C3-749F-43A3-B9F2-4562D9B075CF}" dt="2025-10-06T09:47:29.544" v="893" actId="14100"/>
          <ac:spMkLst>
            <pc:docMk/>
            <pc:sldMk cId="0" sldId="257"/>
            <ac:spMk id="42" creationId="{1262F193-6A4B-B069-1725-014A5572E69A}"/>
          </ac:spMkLst>
        </pc:spChg>
        <pc:spChg chg="add mod">
          <ac:chgData name="VARUN S" userId="38598acafab7c2e1" providerId="LiveId" clId="{CAFE67C3-749F-43A3-B9F2-4562D9B075CF}" dt="2025-10-06T09:48:27.466" v="897" actId="14100"/>
          <ac:spMkLst>
            <pc:docMk/>
            <pc:sldMk cId="0" sldId="257"/>
            <ac:spMk id="44" creationId="{71F7EE33-07C8-0209-3213-9A62C9F52D3A}"/>
          </ac:spMkLst>
        </pc:spChg>
        <pc:spChg chg="add mod">
          <ac:chgData name="VARUN S" userId="38598acafab7c2e1" providerId="LiveId" clId="{CAFE67C3-749F-43A3-B9F2-4562D9B075CF}" dt="2025-10-06T09:48:42.039" v="900" actId="14100"/>
          <ac:spMkLst>
            <pc:docMk/>
            <pc:sldMk cId="0" sldId="257"/>
            <ac:spMk id="45" creationId="{43EC99AC-63B2-D627-98E4-93969E502B8D}"/>
          </ac:spMkLst>
        </pc:spChg>
        <pc:spChg chg="add mod">
          <ac:chgData name="VARUN S" userId="38598acafab7c2e1" providerId="LiveId" clId="{CAFE67C3-749F-43A3-B9F2-4562D9B075CF}" dt="2025-10-06T09:49:25.262" v="906" actId="1076"/>
          <ac:spMkLst>
            <pc:docMk/>
            <pc:sldMk cId="0" sldId="257"/>
            <ac:spMk id="46" creationId="{DDDCAB3B-D02F-8FEC-4F8A-3FB72B887161}"/>
          </ac:spMkLst>
        </pc:spChg>
        <pc:spChg chg="mod">
          <ac:chgData name="VARUN S" userId="38598acafab7c2e1" providerId="LiveId" clId="{CAFE67C3-749F-43A3-B9F2-4562D9B075CF}" dt="2025-10-06T19:10:02.784" v="1150" actId="14100"/>
          <ac:spMkLst>
            <pc:docMk/>
            <pc:sldMk cId="0" sldId="257"/>
            <ac:spMk id="88" creationId="{00000000-0000-0000-0000-000000000000}"/>
          </ac:spMkLst>
        </pc:spChg>
        <pc:picChg chg="add mod">
          <ac:chgData name="VARUN S" userId="38598acafab7c2e1" providerId="LiveId" clId="{CAFE67C3-749F-43A3-B9F2-4562D9B075CF}" dt="2025-10-06T08:36:58.371" v="427" actId="1076"/>
          <ac:picMkLst>
            <pc:docMk/>
            <pc:sldMk cId="0" sldId="257"/>
            <ac:picMk id="27" creationId="{B22773F4-EC4A-8216-6F42-2B0970EB8D5F}"/>
          </ac:picMkLst>
        </pc:picChg>
        <pc:picChg chg="add mod">
          <ac:chgData name="VARUN S" userId="38598acafab7c2e1" providerId="LiveId" clId="{CAFE67C3-749F-43A3-B9F2-4562D9B075CF}" dt="2025-10-06T08:37:00.921" v="428" actId="1076"/>
          <ac:picMkLst>
            <pc:docMk/>
            <pc:sldMk cId="0" sldId="257"/>
            <ac:picMk id="31" creationId="{8C0D92F5-A892-5E00-A354-8EC4CFECDD2B}"/>
          </ac:picMkLst>
        </pc:picChg>
        <pc:picChg chg="add mod">
          <ac:chgData name="VARUN S" userId="38598acafab7c2e1" providerId="LiveId" clId="{CAFE67C3-749F-43A3-B9F2-4562D9B075CF}" dt="2025-10-06T08:37:15.478" v="433" actId="1076"/>
          <ac:picMkLst>
            <pc:docMk/>
            <pc:sldMk cId="0" sldId="257"/>
            <ac:picMk id="33" creationId="{4DAAA459-CA39-4FF0-970B-42EE6526BC99}"/>
          </ac:picMkLst>
        </pc:picChg>
        <pc:picChg chg="add mod">
          <ac:chgData name="VARUN S" userId="38598acafab7c2e1" providerId="LiveId" clId="{CAFE67C3-749F-43A3-B9F2-4562D9B075CF}" dt="2025-10-06T08:37:08.106" v="430" actId="1076"/>
          <ac:picMkLst>
            <pc:docMk/>
            <pc:sldMk cId="0" sldId="257"/>
            <ac:picMk id="35" creationId="{55DEF87D-5892-65D5-5A8A-A7CED943DE1B}"/>
          </ac:picMkLst>
        </pc:picChg>
        <pc:picChg chg="add mod">
          <ac:chgData name="VARUN S" userId="38598acafab7c2e1" providerId="LiveId" clId="{CAFE67C3-749F-43A3-B9F2-4562D9B075CF}" dt="2025-10-06T08:37:11.597" v="431" actId="1076"/>
          <ac:picMkLst>
            <pc:docMk/>
            <pc:sldMk cId="0" sldId="257"/>
            <ac:picMk id="37" creationId="{0B3A2FD8-5216-22F4-E551-8A0E37079A51}"/>
          </ac:picMkLst>
        </pc:picChg>
        <pc:picChg chg="add mod">
          <ac:chgData name="VARUN S" userId="38598acafab7c2e1" providerId="LiveId" clId="{CAFE67C3-749F-43A3-B9F2-4562D9B075CF}" dt="2025-10-06T08:37:13.420" v="432" actId="1076"/>
          <ac:picMkLst>
            <pc:docMk/>
            <pc:sldMk cId="0" sldId="257"/>
            <ac:picMk id="39" creationId="{CAF4A146-F1A9-B182-274D-0C9A7DED1C20}"/>
          </ac:picMkLst>
        </pc:picChg>
      </pc:sldChg>
      <pc:sldChg chg="addSp delSp modSp mod">
        <pc:chgData name="VARUN S" userId="38598acafab7c2e1" providerId="LiveId" clId="{CAFE67C3-749F-43A3-B9F2-4562D9B075CF}" dt="2025-10-15T08:07:43.441" v="1182" actId="1076"/>
        <pc:sldMkLst>
          <pc:docMk/>
          <pc:sldMk cId="3669241031" sldId="274"/>
        </pc:sldMkLst>
        <pc:spChg chg="add mod">
          <ac:chgData name="VARUN S" userId="38598acafab7c2e1" providerId="LiveId" clId="{CAFE67C3-749F-43A3-B9F2-4562D9B075CF}" dt="2025-10-06T09:36:08.797" v="811" actId="20577"/>
          <ac:spMkLst>
            <pc:docMk/>
            <pc:sldMk cId="3669241031" sldId="274"/>
            <ac:spMk id="18" creationId="{ED873FC9-BFCC-F609-6338-F6AB87763214}"/>
          </ac:spMkLst>
        </pc:spChg>
        <pc:spChg chg="mod">
          <ac:chgData name="VARUN S" userId="38598acafab7c2e1" providerId="LiveId" clId="{CAFE67C3-749F-43A3-B9F2-4562D9B075CF}" dt="2025-10-06T19:09:04.491" v="1125" actId="122"/>
          <ac:spMkLst>
            <pc:docMk/>
            <pc:sldMk cId="3669241031" sldId="274"/>
            <ac:spMk id="29" creationId="{C71AED58-280D-7637-F717-D7A58F666585}"/>
          </ac:spMkLst>
        </pc:spChg>
        <pc:spChg chg="mod">
          <ac:chgData name="VARUN S" userId="38598acafab7c2e1" providerId="LiveId" clId="{CAFE67C3-749F-43A3-B9F2-4562D9B075CF}" dt="2025-10-06T05:32:58.686" v="2" actId="20577"/>
          <ac:spMkLst>
            <pc:docMk/>
            <pc:sldMk cId="3669241031" sldId="274"/>
            <ac:spMk id="30" creationId="{90759E40-2A30-74F6-4505-0EE0D4FAB1DA}"/>
          </ac:spMkLst>
        </pc:spChg>
        <pc:spChg chg="mod">
          <ac:chgData name="VARUN S" userId="38598acafab7c2e1" providerId="LiveId" clId="{CAFE67C3-749F-43A3-B9F2-4562D9B075CF}" dt="2025-10-06T09:13:55.942" v="477" actId="207"/>
          <ac:spMkLst>
            <pc:docMk/>
            <pc:sldMk cId="3669241031" sldId="274"/>
            <ac:spMk id="34" creationId="{61087C26-CAE5-B6AF-95C9-BFC116A9604E}"/>
          </ac:spMkLst>
        </pc:spChg>
        <pc:spChg chg="mod">
          <ac:chgData name="VARUN S" userId="38598acafab7c2e1" providerId="LiveId" clId="{CAFE67C3-749F-43A3-B9F2-4562D9B075CF}" dt="2025-10-15T08:07:43.441" v="1182" actId="1076"/>
          <ac:spMkLst>
            <pc:docMk/>
            <pc:sldMk cId="3669241031" sldId="274"/>
            <ac:spMk id="38" creationId="{4E80A008-4735-BD74-BD17-74764562F29A}"/>
          </ac:spMkLst>
        </pc:spChg>
        <pc:grpChg chg="mod">
          <ac:chgData name="VARUN S" userId="38598acafab7c2e1" providerId="LiveId" clId="{CAFE67C3-749F-43A3-B9F2-4562D9B075CF}" dt="2025-10-15T08:07:43.441" v="1182" actId="1076"/>
          <ac:grpSpMkLst>
            <pc:docMk/>
            <pc:sldMk cId="3669241031" sldId="274"/>
            <ac:grpSpMk id="37" creationId="{0A99E182-03A9-4BD6-D886-CA2E6207C193}"/>
          </ac:grpSpMkLst>
        </pc:grpChg>
        <pc:grpChg chg="mod">
          <ac:chgData name="VARUN S" userId="38598acafab7c2e1" providerId="LiveId" clId="{CAFE67C3-749F-43A3-B9F2-4562D9B075CF}" dt="2025-10-15T08:07:43.441" v="1182" actId="1076"/>
          <ac:grpSpMkLst>
            <pc:docMk/>
            <pc:sldMk cId="3669241031" sldId="274"/>
            <ac:grpSpMk id="40" creationId="{6565451F-1C97-D41E-1ABA-DF06265F0432}"/>
          </ac:grpSpMkLst>
        </pc:grpChg>
        <pc:picChg chg="add mod">
          <ac:chgData name="VARUN S" userId="38598acafab7c2e1" providerId="LiveId" clId="{CAFE67C3-749F-43A3-B9F2-4562D9B075CF}" dt="2025-10-06T09:12:29.137" v="474" actId="1076"/>
          <ac:picMkLst>
            <pc:docMk/>
            <pc:sldMk cId="3669241031" sldId="274"/>
            <ac:picMk id="3" creationId="{6D0FE03D-DD9C-3F41-FAC7-93D3F36CD53B}"/>
          </ac:picMkLst>
        </pc:picChg>
        <pc:picChg chg="add mod">
          <ac:chgData name="VARUN S" userId="38598acafab7c2e1" providerId="LiveId" clId="{CAFE67C3-749F-43A3-B9F2-4562D9B075CF}" dt="2025-10-15T08:07:36.017" v="1179" actId="1076"/>
          <ac:picMkLst>
            <pc:docMk/>
            <pc:sldMk cId="3669241031" sldId="274"/>
            <ac:picMk id="5" creationId="{FB734D0E-1C8C-9D90-2357-AACA721EE13C}"/>
          </ac:picMkLst>
        </pc:picChg>
        <pc:picChg chg="add mod">
          <ac:chgData name="VARUN S" userId="38598acafab7c2e1" providerId="LiveId" clId="{CAFE67C3-749F-43A3-B9F2-4562D9B075CF}" dt="2025-10-06T09:36:28.790" v="816" actId="1076"/>
          <ac:picMkLst>
            <pc:docMk/>
            <pc:sldMk cId="3669241031" sldId="274"/>
            <ac:picMk id="7" creationId="{D182E8A4-3B5E-2C8E-7220-B095764C0FE6}"/>
          </ac:picMkLst>
        </pc:picChg>
        <pc:picChg chg="add del mod">
          <ac:chgData name="VARUN S" userId="38598acafab7c2e1" providerId="LiveId" clId="{CAFE67C3-749F-43A3-B9F2-4562D9B075CF}" dt="2025-10-15T08:06:48.615" v="1171" actId="478"/>
          <ac:picMkLst>
            <pc:docMk/>
            <pc:sldMk cId="3669241031" sldId="274"/>
            <ac:picMk id="11" creationId="{CE00D4D7-708F-5FA4-14DB-A56642AC10E7}"/>
          </ac:picMkLst>
        </pc:picChg>
        <pc:picChg chg="add mod">
          <ac:chgData name="VARUN S" userId="38598acafab7c2e1" providerId="LiveId" clId="{CAFE67C3-749F-43A3-B9F2-4562D9B075CF}" dt="2025-10-06T09:36:20.061" v="813" actId="1076"/>
          <ac:picMkLst>
            <pc:docMk/>
            <pc:sldMk cId="3669241031" sldId="274"/>
            <ac:picMk id="13" creationId="{EA2F74AC-3694-E5EE-EA10-4AA8A0F4CB36}"/>
          </ac:picMkLst>
        </pc:picChg>
        <pc:picChg chg="add mod">
          <ac:chgData name="VARUN S" userId="38598acafab7c2e1" providerId="LiveId" clId="{CAFE67C3-749F-43A3-B9F2-4562D9B075CF}" dt="2025-10-06T09:12:40.058" v="476" actId="1076"/>
          <ac:picMkLst>
            <pc:docMk/>
            <pc:sldMk cId="3669241031" sldId="274"/>
            <ac:picMk id="17" creationId="{2DEC770D-E08C-9611-5035-29DC023BC81C}"/>
          </ac:picMkLst>
        </pc:picChg>
        <pc:picChg chg="mod">
          <ac:chgData name="VARUN S" userId="38598acafab7c2e1" providerId="LiveId" clId="{CAFE67C3-749F-43A3-B9F2-4562D9B075CF}" dt="2025-10-15T08:07:43.441" v="1182" actId="1076"/>
          <ac:picMkLst>
            <pc:docMk/>
            <pc:sldMk cId="3669241031" sldId="274"/>
            <ac:picMk id="43" creationId="{31086094-FC9C-B1CC-4ECC-2FB66585804D}"/>
          </ac:picMkLst>
        </pc:picChg>
        <pc:picChg chg="add del mod">
          <ac:chgData name="VARUN S" userId="38598acafab7c2e1" providerId="LiveId" clId="{CAFE67C3-749F-43A3-B9F2-4562D9B075CF}" dt="2025-10-15T08:07:43.441" v="1182" actId="1076"/>
          <ac:picMkLst>
            <pc:docMk/>
            <pc:sldMk cId="3669241031" sldId="274"/>
            <ac:picMk id="44" creationId="{7D216F70-80AD-6CA5-37C5-346376E93203}"/>
          </ac:picMkLst>
        </pc:picChg>
        <pc:picChg chg="del mod">
          <ac:chgData name="VARUN S" userId="38598acafab7c2e1" providerId="LiveId" clId="{CAFE67C3-749F-43A3-B9F2-4562D9B075CF}" dt="2025-10-15T08:07:24.221" v="1174" actId="478"/>
          <ac:picMkLst>
            <pc:docMk/>
            <pc:sldMk cId="3669241031" sldId="274"/>
            <ac:picMk id="45" creationId="{4CC1A908-23DF-4426-F545-D2431CCF9E8A}"/>
          </ac:picMkLst>
        </pc:picChg>
        <pc:picChg chg="mod">
          <ac:chgData name="VARUN S" userId="38598acafab7c2e1" providerId="LiveId" clId="{CAFE67C3-749F-43A3-B9F2-4562D9B075CF}" dt="2025-10-15T08:07:43.441" v="1182" actId="1076"/>
          <ac:picMkLst>
            <pc:docMk/>
            <pc:sldMk cId="3669241031" sldId="274"/>
            <ac:picMk id="46" creationId="{6465A0E7-657E-A08C-A49D-80533EB317D1}"/>
          </ac:picMkLst>
        </pc:picChg>
      </pc:sldChg>
      <pc:sldChg chg="addSp delSp modSp mod">
        <pc:chgData name="VARUN S" userId="38598acafab7c2e1" providerId="LiveId" clId="{CAFE67C3-749F-43A3-B9F2-4562D9B075CF}" dt="2025-10-06T19:09:31.333" v="1147" actId="122"/>
        <pc:sldMkLst>
          <pc:docMk/>
          <pc:sldMk cId="2277496408" sldId="275"/>
        </pc:sldMkLst>
        <pc:spChg chg="mod">
          <ac:chgData name="VARUN S" userId="38598acafab7c2e1" providerId="LiveId" clId="{CAFE67C3-749F-43A3-B9F2-4562D9B075CF}" dt="2025-10-06T19:09:31.333" v="1147" actId="122"/>
          <ac:spMkLst>
            <pc:docMk/>
            <pc:sldMk cId="2277496408" sldId="275"/>
            <ac:spMk id="5" creationId="{DA1964A2-DFF1-F818-A171-734DADAC31FA}"/>
          </ac:spMkLst>
        </pc:spChg>
        <pc:spChg chg="mod">
          <ac:chgData name="VARUN S" userId="38598acafab7c2e1" providerId="LiveId" clId="{CAFE67C3-749F-43A3-B9F2-4562D9B075CF}" dt="2025-10-06T09:20:28.644" v="769" actId="20577"/>
          <ac:spMkLst>
            <pc:docMk/>
            <pc:sldMk cId="2277496408" sldId="275"/>
            <ac:spMk id="12" creationId="{B0135BF5-9D04-6498-4015-5C710755C7E8}"/>
          </ac:spMkLst>
        </pc:spChg>
        <pc:spChg chg="mod">
          <ac:chgData name="VARUN S" userId="38598acafab7c2e1" providerId="LiveId" clId="{CAFE67C3-749F-43A3-B9F2-4562D9B075CF}" dt="2025-10-06T07:18:12.903" v="293" actId="14100"/>
          <ac:spMkLst>
            <pc:docMk/>
            <pc:sldMk cId="2277496408" sldId="275"/>
            <ac:spMk id="13" creationId="{F504FF98-2DE7-1379-9F0C-39FB09086FCA}"/>
          </ac:spMkLst>
        </pc:spChg>
        <pc:spChg chg="mod">
          <ac:chgData name="VARUN S" userId="38598acafab7c2e1" providerId="LiveId" clId="{CAFE67C3-749F-43A3-B9F2-4562D9B075CF}" dt="2025-10-06T09:21:37.335" v="784"/>
          <ac:spMkLst>
            <pc:docMk/>
            <pc:sldMk cId="2277496408" sldId="275"/>
            <ac:spMk id="14" creationId="{6E546179-9DE9-F6BF-24F2-FCF3446B137A}"/>
          </ac:spMkLst>
        </pc:spChg>
        <pc:spChg chg="mod">
          <ac:chgData name="VARUN S" userId="38598acafab7c2e1" providerId="LiveId" clId="{CAFE67C3-749F-43A3-B9F2-4562D9B075CF}" dt="2025-10-06T09:21:58.181" v="787" actId="1076"/>
          <ac:spMkLst>
            <pc:docMk/>
            <pc:sldMk cId="2277496408" sldId="275"/>
            <ac:spMk id="15" creationId="{CC925241-5CAE-1837-BA87-7EF4B6ABAC05}"/>
          </ac:spMkLst>
        </pc:spChg>
        <pc:spChg chg="mod">
          <ac:chgData name="VARUN S" userId="38598acafab7c2e1" providerId="LiveId" clId="{CAFE67C3-749F-43A3-B9F2-4562D9B075CF}" dt="2025-10-06T09:14:12.913" v="482" actId="207"/>
          <ac:spMkLst>
            <pc:docMk/>
            <pc:sldMk cId="2277496408" sldId="275"/>
            <ac:spMk id="16" creationId="{2E7EC823-376B-1AE2-9496-0B87F9D9B725}"/>
          </ac:spMkLst>
        </pc:spChg>
        <pc:spChg chg="mod">
          <ac:chgData name="VARUN S" userId="38598acafab7c2e1" providerId="LiveId" clId="{CAFE67C3-749F-43A3-B9F2-4562D9B075CF}" dt="2025-10-06T06:53:10.627" v="250"/>
          <ac:spMkLst>
            <pc:docMk/>
            <pc:sldMk cId="2277496408" sldId="275"/>
            <ac:spMk id="19" creationId="{8D2BBF0F-8239-592F-6A61-2AC4959B9473}"/>
          </ac:spMkLst>
        </pc:spChg>
        <pc:spChg chg="mod">
          <ac:chgData name="VARUN S" userId="38598acafab7c2e1" providerId="LiveId" clId="{CAFE67C3-749F-43A3-B9F2-4562D9B075CF}" dt="2025-10-06T06:54:28.142" v="273" actId="403"/>
          <ac:spMkLst>
            <pc:docMk/>
            <pc:sldMk cId="2277496408" sldId="275"/>
            <ac:spMk id="20" creationId="{48FFB57B-C0FF-1E17-7EF7-B205B8E44DC5}"/>
          </ac:spMkLst>
        </pc:spChg>
        <pc:spChg chg="mod">
          <ac:chgData name="VARUN S" userId="38598acafab7c2e1" providerId="LiveId" clId="{CAFE67C3-749F-43A3-B9F2-4562D9B075CF}" dt="2025-10-06T06:53:19.168" v="253"/>
          <ac:spMkLst>
            <pc:docMk/>
            <pc:sldMk cId="2277496408" sldId="275"/>
            <ac:spMk id="22" creationId="{CCDBECA3-3EC3-AAA0-1716-6403F8B805BD}"/>
          </ac:spMkLst>
        </pc:spChg>
        <pc:spChg chg="mod">
          <ac:chgData name="VARUN S" userId="38598acafab7c2e1" providerId="LiveId" clId="{CAFE67C3-749F-43A3-B9F2-4562D9B075CF}" dt="2025-10-06T06:53:19.179" v="254"/>
          <ac:spMkLst>
            <pc:docMk/>
            <pc:sldMk cId="2277496408" sldId="275"/>
            <ac:spMk id="23" creationId="{52C600F6-B309-F97E-F23A-0B53782FF33A}"/>
          </ac:spMkLst>
        </pc:spChg>
        <pc:spChg chg="mod">
          <ac:chgData name="VARUN S" userId="38598acafab7c2e1" providerId="LiveId" clId="{CAFE67C3-749F-43A3-B9F2-4562D9B075CF}" dt="2025-10-06T06:53:28.686" v="256"/>
          <ac:spMkLst>
            <pc:docMk/>
            <pc:sldMk cId="2277496408" sldId="275"/>
            <ac:spMk id="28" creationId="{CCC26FC0-708B-3CA6-0F3A-EC7402D76AE0}"/>
          </ac:spMkLst>
        </pc:spChg>
        <pc:spChg chg="mod">
          <ac:chgData name="VARUN S" userId="38598acafab7c2e1" providerId="LiveId" clId="{CAFE67C3-749F-43A3-B9F2-4562D9B075CF}" dt="2025-10-06T07:18:21.630" v="296" actId="1076"/>
          <ac:spMkLst>
            <pc:docMk/>
            <pc:sldMk cId="2277496408" sldId="275"/>
            <ac:spMk id="29" creationId="{C4E69EF0-229F-FE34-53F6-A60D4BBABD91}"/>
          </ac:spMkLst>
        </pc:spChg>
        <pc:spChg chg="mod">
          <ac:chgData name="VARUN S" userId="38598acafab7c2e1" providerId="LiveId" clId="{CAFE67C3-749F-43A3-B9F2-4562D9B075CF}" dt="2025-10-06T06:54:40.536" v="276" actId="255"/>
          <ac:spMkLst>
            <pc:docMk/>
            <pc:sldMk cId="2277496408" sldId="275"/>
            <ac:spMk id="33" creationId="{6D694C43-755C-23F2-CE22-30312126538C}"/>
          </ac:spMkLst>
        </pc:spChg>
        <pc:spChg chg="mod">
          <ac:chgData name="VARUN S" userId="38598acafab7c2e1" providerId="LiveId" clId="{CAFE67C3-749F-43A3-B9F2-4562D9B075CF}" dt="2025-10-06T06:54:40.536" v="276" actId="255"/>
          <ac:spMkLst>
            <pc:docMk/>
            <pc:sldMk cId="2277496408" sldId="275"/>
            <ac:spMk id="34" creationId="{C99E23DE-4208-795E-76CB-D7F12B4D7257}"/>
          </ac:spMkLst>
        </pc:spChg>
        <pc:grpChg chg="mod">
          <ac:chgData name="VARUN S" userId="38598acafab7c2e1" providerId="LiveId" clId="{CAFE67C3-749F-43A3-B9F2-4562D9B075CF}" dt="2025-10-06T06:54:58.072" v="280" actId="1076"/>
          <ac:grpSpMkLst>
            <pc:docMk/>
            <pc:sldMk cId="2277496408" sldId="275"/>
            <ac:grpSpMk id="18" creationId="{96374B0E-0119-114C-046E-2E9EDF26A2DC}"/>
          </ac:grpSpMkLst>
        </pc:grpChg>
        <pc:grpChg chg="mod">
          <ac:chgData name="VARUN S" userId="38598acafab7c2e1" providerId="LiveId" clId="{CAFE67C3-749F-43A3-B9F2-4562D9B075CF}" dt="2025-10-06T06:56:00.973" v="289" actId="1076"/>
          <ac:grpSpMkLst>
            <pc:docMk/>
            <pc:sldMk cId="2277496408" sldId="275"/>
            <ac:grpSpMk id="21" creationId="{C01C05B7-77DE-26BF-B53A-099BDB4186BE}"/>
          </ac:grpSpMkLst>
        </pc:grpChg>
        <pc:grpChg chg="mod">
          <ac:chgData name="VARUN S" userId="38598acafab7c2e1" providerId="LiveId" clId="{CAFE67C3-749F-43A3-B9F2-4562D9B075CF}" dt="2025-10-06T07:18:26.383" v="297" actId="1076"/>
          <ac:grpSpMkLst>
            <pc:docMk/>
            <pc:sldMk cId="2277496408" sldId="275"/>
            <ac:grpSpMk id="27" creationId="{3AF2A965-8C1C-8D84-D1A3-607E0B075B95}"/>
          </ac:grpSpMkLst>
        </pc:grpChg>
        <pc:grpChg chg="mod">
          <ac:chgData name="VARUN S" userId="38598acafab7c2e1" providerId="LiveId" clId="{CAFE67C3-749F-43A3-B9F2-4562D9B075CF}" dt="2025-10-06T06:55:12.828" v="282" actId="14100"/>
          <ac:grpSpMkLst>
            <pc:docMk/>
            <pc:sldMk cId="2277496408" sldId="275"/>
            <ac:grpSpMk id="32" creationId="{C9FC72F3-3166-DC44-5E37-A15CC19EB70C}"/>
          </ac:grpSpMkLst>
        </pc:grpChg>
        <pc:picChg chg="mod">
          <ac:chgData name="VARUN S" userId="38598acafab7c2e1" providerId="LiveId" clId="{CAFE67C3-749F-43A3-B9F2-4562D9B075CF}" dt="2025-10-06T06:56:06.603" v="291" actId="14100"/>
          <ac:picMkLst>
            <pc:docMk/>
            <pc:sldMk cId="2277496408" sldId="275"/>
            <ac:picMk id="8" creationId="{1E3DCFAE-6798-AFAD-304A-6986EF757D60}"/>
          </ac:picMkLst>
        </pc:picChg>
      </pc:sldChg>
      <pc:sldChg chg="del">
        <pc:chgData name="VARUN S" userId="38598acafab7c2e1" providerId="LiveId" clId="{CAFE67C3-749F-43A3-B9F2-4562D9B075CF}" dt="2025-10-06T09:39:24.782" v="825" actId="47"/>
        <pc:sldMkLst>
          <pc:docMk/>
          <pc:sldMk cId="2630116167" sldId="277"/>
        </pc:sldMkLst>
      </pc:sldChg>
      <pc:sldChg chg="addSp delSp modSp mod">
        <pc:chgData name="VARUN S" userId="38598acafab7c2e1" providerId="LiveId" clId="{CAFE67C3-749F-43A3-B9F2-4562D9B075CF}" dt="2025-10-06T19:09:22.741" v="1145" actId="120"/>
        <pc:sldMkLst>
          <pc:docMk/>
          <pc:sldMk cId="627126923" sldId="279"/>
        </pc:sldMkLst>
        <pc:spChg chg="mod">
          <ac:chgData name="VARUN S" userId="38598acafab7c2e1" providerId="LiveId" clId="{CAFE67C3-749F-43A3-B9F2-4562D9B075CF}" dt="2025-10-06T19:09:22.741" v="1145" actId="120"/>
          <ac:spMkLst>
            <pc:docMk/>
            <pc:sldMk cId="627126923" sldId="279"/>
            <ac:spMk id="9" creationId="{80BAA19B-2E47-FA24-FB5B-3F2FF9A792A3}"/>
          </ac:spMkLst>
        </pc:spChg>
        <pc:spChg chg="mod">
          <ac:chgData name="VARUN S" userId="38598acafab7c2e1" providerId="LiveId" clId="{CAFE67C3-749F-43A3-B9F2-4562D9B075CF}" dt="2025-10-06T18:58:39.206" v="994" actId="14100"/>
          <ac:spMkLst>
            <pc:docMk/>
            <pc:sldMk cId="627126923" sldId="279"/>
            <ac:spMk id="14" creationId="{6436EC0F-D4CF-3B85-5D8E-E9F520A4D3B9}"/>
          </ac:spMkLst>
        </pc:spChg>
        <pc:graphicFrameChg chg="add mod modGraphic">
          <ac:chgData name="VARUN S" userId="38598acafab7c2e1" providerId="LiveId" clId="{CAFE67C3-749F-43A3-B9F2-4562D9B075CF}" dt="2025-10-06T19:07:11.463" v="1096" actId="20577"/>
          <ac:graphicFrameMkLst>
            <pc:docMk/>
            <pc:sldMk cId="627126923" sldId="279"/>
            <ac:graphicFrameMk id="2" creationId="{078DA887-A2E6-0732-B77B-EBF6D0A94ABB}"/>
          </ac:graphicFrameMkLst>
        </pc:graphicFrameChg>
        <pc:graphicFrameChg chg="add mod modGraphic">
          <ac:chgData name="VARUN S" userId="38598acafab7c2e1" providerId="LiveId" clId="{CAFE67C3-749F-43A3-B9F2-4562D9B075CF}" dt="2025-10-06T19:05:58.962" v="1082" actId="14100"/>
          <ac:graphicFrameMkLst>
            <pc:docMk/>
            <pc:sldMk cId="627126923" sldId="279"/>
            <ac:graphicFrameMk id="3" creationId="{0A815F8F-E133-D5BB-82F0-2EACA5C45360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E2B504-94B5-4540-8576-264C6D11472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8E675F1-975F-45DF-A372-1E4D817F8A12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>
              <a:solidFill>
                <a:schemeClr val="tx1"/>
              </a:solidFill>
            </a:rPr>
            <a:t>Efficiency: Reduces EDA time by 70%.</a:t>
          </a:r>
          <a:endParaRPr lang="en-IN" dirty="0"/>
        </a:p>
      </dgm:t>
    </dgm:pt>
    <dgm:pt modelId="{96585155-3E49-45D7-BFF5-B242BC154D15}" type="parTrans" cxnId="{84405976-ECB6-4E69-89E7-1A8B13CA087F}">
      <dgm:prSet/>
      <dgm:spPr/>
      <dgm:t>
        <a:bodyPr/>
        <a:lstStyle/>
        <a:p>
          <a:endParaRPr lang="en-IN"/>
        </a:p>
      </dgm:t>
    </dgm:pt>
    <dgm:pt modelId="{FBE27040-82A5-4F63-AED7-C5E17A5205FE}" type="sibTrans" cxnId="{84405976-ECB6-4E69-89E7-1A8B13CA087F}">
      <dgm:prSet/>
      <dgm:spPr/>
      <dgm:t>
        <a:bodyPr/>
        <a:lstStyle/>
        <a:p>
          <a:endParaRPr lang="en-IN"/>
        </a:p>
      </dgm:t>
    </dgm:pt>
    <dgm:pt modelId="{419C7AB1-D456-44A8-9D2D-56C2257A4D0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>
              <a:solidFill>
                <a:schemeClr val="tx1"/>
              </a:solidFill>
            </a:rPr>
            <a:t>Accessibility: Enables non-programmers to perform data exploration.</a:t>
          </a:r>
          <a:endParaRPr lang="en-IN" dirty="0">
            <a:solidFill>
              <a:schemeClr val="tx1"/>
            </a:solidFill>
          </a:endParaRPr>
        </a:p>
      </dgm:t>
    </dgm:pt>
    <dgm:pt modelId="{087944A5-3371-472E-AAC3-89D5FD214A3A}" type="parTrans" cxnId="{104D4092-209F-448E-B640-D95C5DDB640E}">
      <dgm:prSet/>
      <dgm:spPr/>
      <dgm:t>
        <a:bodyPr/>
        <a:lstStyle/>
        <a:p>
          <a:endParaRPr lang="en-IN"/>
        </a:p>
      </dgm:t>
    </dgm:pt>
    <dgm:pt modelId="{D2CD5C02-58D5-4297-8165-F54BE7754524}" type="sibTrans" cxnId="{104D4092-209F-448E-B640-D95C5DDB640E}">
      <dgm:prSet/>
      <dgm:spPr/>
      <dgm:t>
        <a:bodyPr/>
        <a:lstStyle/>
        <a:p>
          <a:endParaRPr lang="en-IN"/>
        </a:p>
      </dgm:t>
    </dgm:pt>
    <dgm:pt modelId="{C8E4E5FC-30D9-4A70-9D75-A247B5522FA1}">
      <dgm:prSet/>
      <dgm:spPr/>
      <dgm:t>
        <a:bodyPr/>
        <a:lstStyle/>
        <a:p>
          <a:r>
            <a:rPr lang="en-IN">
              <a:solidFill>
                <a:schemeClr val="tx1"/>
              </a:solidFill>
            </a:rPr>
            <a:t>Accuracy: Deep learning models detect hidden anomalies and correlations.</a:t>
          </a:r>
          <a:endParaRPr lang="en-IN" dirty="0">
            <a:solidFill>
              <a:schemeClr val="tx1"/>
            </a:solidFill>
          </a:endParaRPr>
        </a:p>
      </dgm:t>
    </dgm:pt>
    <dgm:pt modelId="{53EFED66-3FAC-4EB7-A41D-9DC134A84E18}" type="parTrans" cxnId="{8A1E969C-2E33-481B-B9AB-2E37B0A04461}">
      <dgm:prSet/>
      <dgm:spPr/>
      <dgm:t>
        <a:bodyPr/>
        <a:lstStyle/>
        <a:p>
          <a:endParaRPr lang="en-IN"/>
        </a:p>
      </dgm:t>
    </dgm:pt>
    <dgm:pt modelId="{ECC82651-02A8-4613-92C5-5485570B1B73}" type="sibTrans" cxnId="{8A1E969C-2E33-481B-B9AB-2E37B0A04461}">
      <dgm:prSet/>
      <dgm:spPr/>
      <dgm:t>
        <a:bodyPr/>
        <a:lstStyle/>
        <a:p>
          <a:endParaRPr lang="en-IN"/>
        </a:p>
      </dgm:t>
    </dgm:pt>
    <dgm:pt modelId="{3C01E1C7-C015-4920-A80A-632A3AA6D0DD}">
      <dgm:prSet/>
      <dgm:spPr/>
      <dgm:t>
        <a:bodyPr/>
        <a:lstStyle/>
        <a:p>
          <a:r>
            <a:rPr lang="en-IN">
              <a:solidFill>
                <a:schemeClr val="tx1"/>
              </a:solidFill>
            </a:rPr>
            <a:t>Scalability: Handles diverse data formats and domains</a:t>
          </a:r>
          <a:endParaRPr lang="en-IN"/>
        </a:p>
      </dgm:t>
    </dgm:pt>
    <dgm:pt modelId="{78A6185F-0E5A-4DAA-AD8F-5B83BBDA7BC6}" type="parTrans" cxnId="{729E0BE1-99C9-4848-BFAA-DD879C4C4DF0}">
      <dgm:prSet/>
      <dgm:spPr/>
      <dgm:t>
        <a:bodyPr/>
        <a:lstStyle/>
        <a:p>
          <a:endParaRPr lang="en-IN"/>
        </a:p>
      </dgm:t>
    </dgm:pt>
    <dgm:pt modelId="{11442BCF-4BB0-4888-B12A-5DB096DCEB56}" type="sibTrans" cxnId="{729E0BE1-99C9-4848-BFAA-DD879C4C4DF0}">
      <dgm:prSet/>
      <dgm:spPr/>
      <dgm:t>
        <a:bodyPr/>
        <a:lstStyle/>
        <a:p>
          <a:endParaRPr lang="en-IN"/>
        </a:p>
      </dgm:t>
    </dgm:pt>
    <dgm:pt modelId="{1C02AFF6-E186-4916-94E8-51BB2B3240B1}">
      <dgm:prSet/>
      <dgm:spPr/>
      <dgm:t>
        <a:bodyPr/>
        <a:lstStyle/>
        <a:p>
          <a:r>
            <a:rPr lang="en-IN" dirty="0">
              <a:solidFill>
                <a:schemeClr val="tx1"/>
              </a:solidFill>
            </a:rPr>
            <a:t>Innovation: Bridges the gap between data analysis and deep learning automation.</a:t>
          </a:r>
          <a:endParaRPr lang="en-IN" dirty="0"/>
        </a:p>
      </dgm:t>
    </dgm:pt>
    <dgm:pt modelId="{5E403694-6B9E-45A4-80A6-A097AEDC1710}" type="parTrans" cxnId="{EC048D99-A591-4622-8F18-AC1DE09BBAA2}">
      <dgm:prSet/>
      <dgm:spPr/>
      <dgm:t>
        <a:bodyPr/>
        <a:lstStyle/>
        <a:p>
          <a:endParaRPr lang="en-IN"/>
        </a:p>
      </dgm:t>
    </dgm:pt>
    <dgm:pt modelId="{03ACCC92-5C90-416F-BC0A-B65611ECB830}" type="sibTrans" cxnId="{EC048D99-A591-4622-8F18-AC1DE09BBAA2}">
      <dgm:prSet/>
      <dgm:spPr/>
      <dgm:t>
        <a:bodyPr/>
        <a:lstStyle/>
        <a:p>
          <a:endParaRPr lang="en-IN"/>
        </a:p>
      </dgm:t>
    </dgm:pt>
    <dgm:pt modelId="{B9B87041-998D-4840-A3F6-0DE729A52FDD}">
      <dgm:prSet phldrT="[Text]"/>
      <dgm:spPr/>
      <dgm:t>
        <a:bodyPr/>
        <a:lstStyle/>
        <a:p>
          <a:r>
            <a:rPr lang="en-IN" b="1" dirty="0">
              <a:solidFill>
                <a:schemeClr val="tx1"/>
              </a:solidFill>
            </a:rPr>
            <a:t>🌍 </a:t>
          </a:r>
          <a:r>
            <a:rPr lang="en-IN" b="1">
              <a:solidFill>
                <a:schemeClr val="tx1"/>
              </a:solidFill>
            </a:rPr>
            <a:t>Overall Benefits</a:t>
          </a:r>
          <a:endParaRPr lang="en-IN" dirty="0"/>
        </a:p>
      </dgm:t>
    </dgm:pt>
    <dgm:pt modelId="{70531AF4-BBEB-4B81-B975-39214953F9AD}" type="sibTrans" cxnId="{C1A5B7F4-C835-43E7-8D00-672F111C1679}">
      <dgm:prSet/>
      <dgm:spPr/>
      <dgm:t>
        <a:bodyPr/>
        <a:lstStyle/>
        <a:p>
          <a:endParaRPr lang="en-IN"/>
        </a:p>
      </dgm:t>
    </dgm:pt>
    <dgm:pt modelId="{EFACE5FC-B6D8-489A-AF5E-086FE44E8897}" type="parTrans" cxnId="{C1A5B7F4-C835-43E7-8D00-672F111C1679}">
      <dgm:prSet/>
      <dgm:spPr/>
      <dgm:t>
        <a:bodyPr/>
        <a:lstStyle/>
        <a:p>
          <a:endParaRPr lang="en-IN"/>
        </a:p>
      </dgm:t>
    </dgm:pt>
    <dgm:pt modelId="{0E4D701E-2F98-4DBF-B503-8A6EAAB2F0FD}" type="pres">
      <dgm:prSet presAssocID="{7DE2B504-94B5-4540-8576-264C6D11472D}" presName="linear" presStyleCnt="0">
        <dgm:presLayoutVars>
          <dgm:animLvl val="lvl"/>
          <dgm:resizeHandles val="exact"/>
        </dgm:presLayoutVars>
      </dgm:prSet>
      <dgm:spPr/>
    </dgm:pt>
    <dgm:pt modelId="{D250081B-C328-43E5-AF9F-D3617A335406}" type="pres">
      <dgm:prSet presAssocID="{98E675F1-975F-45DF-A372-1E4D817F8A12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A6FFFC6-12D5-4C28-88C7-D3CA16F44287}" type="pres">
      <dgm:prSet presAssocID="{FBE27040-82A5-4F63-AED7-C5E17A5205FE}" presName="spacer" presStyleCnt="0"/>
      <dgm:spPr/>
    </dgm:pt>
    <dgm:pt modelId="{1F523DC0-6133-44DB-B6B8-823876CC13B2}" type="pres">
      <dgm:prSet presAssocID="{419C7AB1-D456-44A8-9D2D-56C2257A4D0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F1149D1D-A041-4231-A16C-BAD8776FEAF9}" type="pres">
      <dgm:prSet presAssocID="{D2CD5C02-58D5-4297-8165-F54BE7754524}" presName="spacer" presStyleCnt="0"/>
      <dgm:spPr/>
    </dgm:pt>
    <dgm:pt modelId="{F32B8C15-BD14-4CA2-801B-C7DAD64C93D6}" type="pres">
      <dgm:prSet presAssocID="{B9B87041-998D-4840-A3F6-0DE729A52FDD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9879BAB-86ED-4B12-99BB-E74B3EF8BB0C}" type="pres">
      <dgm:prSet presAssocID="{70531AF4-BBEB-4B81-B975-39214953F9AD}" presName="spacer" presStyleCnt="0"/>
      <dgm:spPr/>
    </dgm:pt>
    <dgm:pt modelId="{7D781A38-0313-4236-8426-EFD787E01F5D}" type="pres">
      <dgm:prSet presAssocID="{1C02AFF6-E186-4916-94E8-51BB2B3240B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35EEF7B-B245-4626-A045-D5D296A44D54}" type="pres">
      <dgm:prSet presAssocID="{03ACCC92-5C90-416F-BC0A-B65611ECB830}" presName="spacer" presStyleCnt="0"/>
      <dgm:spPr/>
    </dgm:pt>
    <dgm:pt modelId="{6372B518-6E05-41C2-AF67-BC8F8CFD0DB7}" type="pres">
      <dgm:prSet presAssocID="{3C01E1C7-C015-4920-A80A-632A3AA6D0DD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233E8F4A-FF78-4D17-8032-047D02EC925A}" type="pres">
      <dgm:prSet presAssocID="{11442BCF-4BB0-4888-B12A-5DB096DCEB56}" presName="spacer" presStyleCnt="0"/>
      <dgm:spPr/>
    </dgm:pt>
    <dgm:pt modelId="{2C0F5ABC-6378-4A0A-92C1-EA0FA2825099}" type="pres">
      <dgm:prSet presAssocID="{C8E4E5FC-30D9-4A70-9D75-A247B5522FA1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D0C352B-329F-472B-80BF-6FDBF4D8AB92}" type="presOf" srcId="{419C7AB1-D456-44A8-9D2D-56C2257A4D0F}" destId="{1F523DC0-6133-44DB-B6B8-823876CC13B2}" srcOrd="0" destOrd="0" presId="urn:microsoft.com/office/officeart/2005/8/layout/vList2"/>
    <dgm:cxn modelId="{7A64A43B-6703-4564-B819-D2E3DF256C92}" type="presOf" srcId="{7DE2B504-94B5-4540-8576-264C6D11472D}" destId="{0E4D701E-2F98-4DBF-B503-8A6EAAB2F0FD}" srcOrd="0" destOrd="0" presId="urn:microsoft.com/office/officeart/2005/8/layout/vList2"/>
    <dgm:cxn modelId="{D2D88A63-F0AF-48DC-910F-2541F039EA9B}" type="presOf" srcId="{3C01E1C7-C015-4920-A80A-632A3AA6D0DD}" destId="{6372B518-6E05-41C2-AF67-BC8F8CFD0DB7}" srcOrd="0" destOrd="0" presId="urn:microsoft.com/office/officeart/2005/8/layout/vList2"/>
    <dgm:cxn modelId="{72A02E65-B474-4C2E-9644-B6655A183A36}" type="presOf" srcId="{C8E4E5FC-30D9-4A70-9D75-A247B5522FA1}" destId="{2C0F5ABC-6378-4A0A-92C1-EA0FA2825099}" srcOrd="0" destOrd="0" presId="urn:microsoft.com/office/officeart/2005/8/layout/vList2"/>
    <dgm:cxn modelId="{84405976-ECB6-4E69-89E7-1A8B13CA087F}" srcId="{7DE2B504-94B5-4540-8576-264C6D11472D}" destId="{98E675F1-975F-45DF-A372-1E4D817F8A12}" srcOrd="0" destOrd="0" parTransId="{96585155-3E49-45D7-BFF5-B242BC154D15}" sibTransId="{FBE27040-82A5-4F63-AED7-C5E17A5205FE}"/>
    <dgm:cxn modelId="{CE20FC7E-1AE4-426E-A487-A2BD83013ADA}" type="presOf" srcId="{98E675F1-975F-45DF-A372-1E4D817F8A12}" destId="{D250081B-C328-43E5-AF9F-D3617A335406}" srcOrd="0" destOrd="0" presId="urn:microsoft.com/office/officeart/2005/8/layout/vList2"/>
    <dgm:cxn modelId="{104D4092-209F-448E-B640-D95C5DDB640E}" srcId="{7DE2B504-94B5-4540-8576-264C6D11472D}" destId="{419C7AB1-D456-44A8-9D2D-56C2257A4D0F}" srcOrd="1" destOrd="0" parTransId="{087944A5-3371-472E-AAC3-89D5FD214A3A}" sibTransId="{D2CD5C02-58D5-4297-8165-F54BE7754524}"/>
    <dgm:cxn modelId="{EC048D99-A591-4622-8F18-AC1DE09BBAA2}" srcId="{7DE2B504-94B5-4540-8576-264C6D11472D}" destId="{1C02AFF6-E186-4916-94E8-51BB2B3240B1}" srcOrd="3" destOrd="0" parTransId="{5E403694-6B9E-45A4-80A6-A097AEDC1710}" sibTransId="{03ACCC92-5C90-416F-BC0A-B65611ECB830}"/>
    <dgm:cxn modelId="{8A1E969C-2E33-481B-B9AB-2E37B0A04461}" srcId="{7DE2B504-94B5-4540-8576-264C6D11472D}" destId="{C8E4E5FC-30D9-4A70-9D75-A247B5522FA1}" srcOrd="5" destOrd="0" parTransId="{53EFED66-3FAC-4EB7-A41D-9DC134A84E18}" sibTransId="{ECC82651-02A8-4613-92C5-5485570B1B73}"/>
    <dgm:cxn modelId="{5540879F-3687-4A09-9D0D-9C656FA24438}" type="presOf" srcId="{B9B87041-998D-4840-A3F6-0DE729A52FDD}" destId="{F32B8C15-BD14-4CA2-801B-C7DAD64C93D6}" srcOrd="0" destOrd="0" presId="urn:microsoft.com/office/officeart/2005/8/layout/vList2"/>
    <dgm:cxn modelId="{D5E40EAF-791E-4672-93E9-665B33F00029}" type="presOf" srcId="{1C02AFF6-E186-4916-94E8-51BB2B3240B1}" destId="{7D781A38-0313-4236-8426-EFD787E01F5D}" srcOrd="0" destOrd="0" presId="urn:microsoft.com/office/officeart/2005/8/layout/vList2"/>
    <dgm:cxn modelId="{729E0BE1-99C9-4848-BFAA-DD879C4C4DF0}" srcId="{7DE2B504-94B5-4540-8576-264C6D11472D}" destId="{3C01E1C7-C015-4920-A80A-632A3AA6D0DD}" srcOrd="4" destOrd="0" parTransId="{78A6185F-0E5A-4DAA-AD8F-5B83BBDA7BC6}" sibTransId="{11442BCF-4BB0-4888-B12A-5DB096DCEB56}"/>
    <dgm:cxn modelId="{C1A5B7F4-C835-43E7-8D00-672F111C1679}" srcId="{7DE2B504-94B5-4540-8576-264C6D11472D}" destId="{B9B87041-998D-4840-A3F6-0DE729A52FDD}" srcOrd="2" destOrd="0" parTransId="{EFACE5FC-B6D8-489A-AF5E-086FE44E8897}" sibTransId="{70531AF4-BBEB-4B81-B975-39214953F9AD}"/>
    <dgm:cxn modelId="{CBD7EF20-25EC-405A-9B55-FD9D29A69BF6}" type="presParOf" srcId="{0E4D701E-2F98-4DBF-B503-8A6EAAB2F0FD}" destId="{D250081B-C328-43E5-AF9F-D3617A335406}" srcOrd="0" destOrd="0" presId="urn:microsoft.com/office/officeart/2005/8/layout/vList2"/>
    <dgm:cxn modelId="{6656C217-54DA-4BD3-9EAA-49F71C6CC5F7}" type="presParOf" srcId="{0E4D701E-2F98-4DBF-B503-8A6EAAB2F0FD}" destId="{4A6FFFC6-12D5-4C28-88C7-D3CA16F44287}" srcOrd="1" destOrd="0" presId="urn:microsoft.com/office/officeart/2005/8/layout/vList2"/>
    <dgm:cxn modelId="{DFA8C696-E90D-4BE5-998F-0475D9A3B3DF}" type="presParOf" srcId="{0E4D701E-2F98-4DBF-B503-8A6EAAB2F0FD}" destId="{1F523DC0-6133-44DB-B6B8-823876CC13B2}" srcOrd="2" destOrd="0" presId="urn:microsoft.com/office/officeart/2005/8/layout/vList2"/>
    <dgm:cxn modelId="{8AA14782-3FA6-4C9D-A39B-36E962074087}" type="presParOf" srcId="{0E4D701E-2F98-4DBF-B503-8A6EAAB2F0FD}" destId="{F1149D1D-A041-4231-A16C-BAD8776FEAF9}" srcOrd="3" destOrd="0" presId="urn:microsoft.com/office/officeart/2005/8/layout/vList2"/>
    <dgm:cxn modelId="{8CD1B349-CF26-4724-BAD3-E7AA9995F305}" type="presParOf" srcId="{0E4D701E-2F98-4DBF-B503-8A6EAAB2F0FD}" destId="{F32B8C15-BD14-4CA2-801B-C7DAD64C93D6}" srcOrd="4" destOrd="0" presId="urn:microsoft.com/office/officeart/2005/8/layout/vList2"/>
    <dgm:cxn modelId="{24CA5EB3-274D-4547-A023-BCE3F792DA11}" type="presParOf" srcId="{0E4D701E-2F98-4DBF-B503-8A6EAAB2F0FD}" destId="{19879BAB-86ED-4B12-99BB-E74B3EF8BB0C}" srcOrd="5" destOrd="0" presId="urn:microsoft.com/office/officeart/2005/8/layout/vList2"/>
    <dgm:cxn modelId="{62DEAFDC-9260-409D-8264-0FC839847A58}" type="presParOf" srcId="{0E4D701E-2F98-4DBF-B503-8A6EAAB2F0FD}" destId="{7D781A38-0313-4236-8426-EFD787E01F5D}" srcOrd="6" destOrd="0" presId="urn:microsoft.com/office/officeart/2005/8/layout/vList2"/>
    <dgm:cxn modelId="{2F5EA9DD-E242-444F-AD6D-349B8335B21B}" type="presParOf" srcId="{0E4D701E-2F98-4DBF-B503-8A6EAAB2F0FD}" destId="{C35EEF7B-B245-4626-A045-D5D296A44D54}" srcOrd="7" destOrd="0" presId="urn:microsoft.com/office/officeart/2005/8/layout/vList2"/>
    <dgm:cxn modelId="{5A278361-7B9E-4CC4-99B9-67F3BB666D3C}" type="presParOf" srcId="{0E4D701E-2F98-4DBF-B503-8A6EAAB2F0FD}" destId="{6372B518-6E05-41C2-AF67-BC8F8CFD0DB7}" srcOrd="8" destOrd="0" presId="urn:microsoft.com/office/officeart/2005/8/layout/vList2"/>
    <dgm:cxn modelId="{A3DAF910-52A6-4E9D-8DEE-01DA17312C62}" type="presParOf" srcId="{0E4D701E-2F98-4DBF-B503-8A6EAAB2F0FD}" destId="{233E8F4A-FF78-4D17-8032-047D02EC925A}" srcOrd="9" destOrd="0" presId="urn:microsoft.com/office/officeart/2005/8/layout/vList2"/>
    <dgm:cxn modelId="{D77E3525-ED23-48D9-AAAA-408897FF00D2}" type="presParOf" srcId="{0E4D701E-2F98-4DBF-B503-8A6EAAB2F0FD}" destId="{2C0F5ABC-6378-4A0A-92C1-EA0FA2825099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50081B-C328-43E5-AF9F-D3617A335406}">
      <dsp:nvSpPr>
        <dsp:cNvPr id="0" name=""/>
        <dsp:cNvSpPr/>
      </dsp:nvSpPr>
      <dsp:spPr>
        <a:xfrm>
          <a:off x="0" y="124915"/>
          <a:ext cx="2799675" cy="7432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 dirty="0">
              <a:solidFill>
                <a:schemeClr val="tx1"/>
              </a:solidFill>
            </a:rPr>
            <a:t>Efficiency: Reduces EDA time by 70%.</a:t>
          </a:r>
          <a:endParaRPr lang="en-IN" sz="1400" kern="1200" dirty="0"/>
        </a:p>
      </dsp:txBody>
      <dsp:txXfrm>
        <a:off x="36282" y="161197"/>
        <a:ext cx="2727111" cy="670678"/>
      </dsp:txXfrm>
    </dsp:sp>
    <dsp:sp modelId="{1F523DC0-6133-44DB-B6B8-823876CC13B2}">
      <dsp:nvSpPr>
        <dsp:cNvPr id="0" name=""/>
        <dsp:cNvSpPr/>
      </dsp:nvSpPr>
      <dsp:spPr>
        <a:xfrm>
          <a:off x="0" y="908477"/>
          <a:ext cx="2799675" cy="7432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400" kern="1200">
              <a:solidFill>
                <a:schemeClr val="tx1"/>
              </a:solidFill>
            </a:rPr>
            <a:t>Accessibility: Enables non-programmers to perform data exploration.</a:t>
          </a:r>
          <a:endParaRPr lang="en-IN" sz="1400" kern="1200" dirty="0">
            <a:solidFill>
              <a:schemeClr val="tx1"/>
            </a:solidFill>
          </a:endParaRPr>
        </a:p>
      </dsp:txBody>
      <dsp:txXfrm>
        <a:off x="36282" y="944759"/>
        <a:ext cx="2727111" cy="670678"/>
      </dsp:txXfrm>
    </dsp:sp>
    <dsp:sp modelId="{F32B8C15-BD14-4CA2-801B-C7DAD64C93D6}">
      <dsp:nvSpPr>
        <dsp:cNvPr id="0" name=""/>
        <dsp:cNvSpPr/>
      </dsp:nvSpPr>
      <dsp:spPr>
        <a:xfrm>
          <a:off x="0" y="1692040"/>
          <a:ext cx="2799675" cy="7432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>
              <a:solidFill>
                <a:schemeClr val="tx1"/>
              </a:solidFill>
            </a:rPr>
            <a:t>🌍 </a:t>
          </a:r>
          <a:r>
            <a:rPr lang="en-IN" sz="1400" b="1" kern="1200">
              <a:solidFill>
                <a:schemeClr val="tx1"/>
              </a:solidFill>
            </a:rPr>
            <a:t>Overall Benefits</a:t>
          </a:r>
          <a:endParaRPr lang="en-IN" sz="1400" kern="1200" dirty="0"/>
        </a:p>
      </dsp:txBody>
      <dsp:txXfrm>
        <a:off x="36282" y="1728322"/>
        <a:ext cx="2727111" cy="670678"/>
      </dsp:txXfrm>
    </dsp:sp>
    <dsp:sp modelId="{7D781A38-0313-4236-8426-EFD787E01F5D}">
      <dsp:nvSpPr>
        <dsp:cNvPr id="0" name=""/>
        <dsp:cNvSpPr/>
      </dsp:nvSpPr>
      <dsp:spPr>
        <a:xfrm>
          <a:off x="0" y="2475602"/>
          <a:ext cx="2799675" cy="7432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solidFill>
                <a:schemeClr val="tx1"/>
              </a:solidFill>
            </a:rPr>
            <a:t>Innovation: Bridges the gap between data analysis and deep learning automation.</a:t>
          </a:r>
          <a:endParaRPr lang="en-IN" sz="1400" kern="1200" dirty="0"/>
        </a:p>
      </dsp:txBody>
      <dsp:txXfrm>
        <a:off x="36282" y="2511884"/>
        <a:ext cx="2727111" cy="670678"/>
      </dsp:txXfrm>
    </dsp:sp>
    <dsp:sp modelId="{6372B518-6E05-41C2-AF67-BC8F8CFD0DB7}">
      <dsp:nvSpPr>
        <dsp:cNvPr id="0" name=""/>
        <dsp:cNvSpPr/>
      </dsp:nvSpPr>
      <dsp:spPr>
        <a:xfrm>
          <a:off x="0" y="3259165"/>
          <a:ext cx="2799675" cy="7432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solidFill>
                <a:schemeClr val="tx1"/>
              </a:solidFill>
            </a:rPr>
            <a:t>Scalability: Handles diverse data formats and domains</a:t>
          </a:r>
          <a:endParaRPr lang="en-IN" sz="1400" kern="1200"/>
        </a:p>
      </dsp:txBody>
      <dsp:txXfrm>
        <a:off x="36282" y="3295447"/>
        <a:ext cx="2727111" cy="670678"/>
      </dsp:txXfrm>
    </dsp:sp>
    <dsp:sp modelId="{2C0F5ABC-6378-4A0A-92C1-EA0FA2825099}">
      <dsp:nvSpPr>
        <dsp:cNvPr id="0" name=""/>
        <dsp:cNvSpPr/>
      </dsp:nvSpPr>
      <dsp:spPr>
        <a:xfrm>
          <a:off x="0" y="4042727"/>
          <a:ext cx="2799675" cy="7432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>
              <a:solidFill>
                <a:schemeClr val="tx1"/>
              </a:solidFill>
            </a:rPr>
            <a:t>Accuracy: Deep learning models detect hidden anomalies and correlations.</a:t>
          </a:r>
          <a:endParaRPr lang="en-IN" sz="1400" kern="1200" dirty="0">
            <a:solidFill>
              <a:schemeClr val="tx1"/>
            </a:solidFill>
          </a:endParaRPr>
        </a:p>
      </dsp:txBody>
      <dsp:txXfrm>
        <a:off x="36282" y="4079009"/>
        <a:ext cx="2727111" cy="6706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851580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5" name="Google Shape;8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08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2819400" y="304800"/>
            <a:ext cx="6096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600">
                <a:solidFill>
                  <a:srgbClr val="660066"/>
                </a:solidFill>
                <a:latin typeface="Book Antiqua"/>
                <a:ea typeface="Book Antiqua"/>
                <a:cs typeface="Book Antiqua"/>
                <a:sym typeface="Book Antiqu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3276600" y="2514600"/>
            <a:ext cx="55626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2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381000" y="14176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ft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 rot="5400000">
            <a:off x="4562475" y="1895475"/>
            <a:ext cx="5943600" cy="215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1"/>
          </p:nvPr>
        </p:nvSpPr>
        <p:spPr>
          <a:xfrm rot="5400000">
            <a:off x="180975" y="-180975"/>
            <a:ext cx="5943600" cy="6305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 rot="5400000">
            <a:off x="2232819" y="-434182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ft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ft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ldNum" idx="12"/>
          </p:nvPr>
        </p:nvSpPr>
        <p:spPr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381000" y="14176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2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70104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 u="none" strike="noStrike" cap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381000" y="14176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2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3124200" y="63817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6934200" y="63817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8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jp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>
            <a:spLocks noGrp="1"/>
          </p:cNvSpPr>
          <p:nvPr>
            <p:ph type="ctrTitle"/>
          </p:nvPr>
        </p:nvSpPr>
        <p:spPr>
          <a:xfrm>
            <a:off x="2908126" y="2693987"/>
            <a:ext cx="60960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chemeClr val="dk1"/>
              </a:buClr>
              <a:buSzPts val="2800"/>
            </a:pPr>
            <a:r>
              <a:rPr lang="en-US" sz="2800" dirty="0" err="1">
                <a:solidFill>
                  <a:schemeClr val="tx1"/>
                </a:solidFill>
              </a:rPr>
              <a:t>AutoEDA</a:t>
            </a:r>
            <a:r>
              <a:rPr lang="en-US" sz="2800" dirty="0">
                <a:solidFill>
                  <a:schemeClr val="tx1"/>
                </a:solidFill>
              </a:rPr>
              <a:t> – Deep Learning Powered Automated Exploratory Data Analysis</a:t>
            </a:r>
            <a:endParaRPr lang="en-IN" sz="28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5161348" y="5235662"/>
            <a:ext cx="3732131" cy="133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+mj-lt"/>
                <a:ea typeface="Times New Roman"/>
                <a:cs typeface="Times New Roman"/>
                <a:sym typeface="Times New Roman"/>
              </a:rPr>
              <a:t>PRESENTED BY</a:t>
            </a:r>
          </a:p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 b="1" dirty="0">
                <a:solidFill>
                  <a:schemeClr val="dk1"/>
                </a:solidFill>
                <a:latin typeface="+mj-lt"/>
                <a:cs typeface="Times New Roman"/>
                <a:sym typeface="Times New Roman"/>
              </a:rPr>
              <a:t>LATHIKA S – 2303717673822018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1800"/>
            </a:pPr>
            <a:r>
              <a:rPr lang="en-US" sz="1800" b="1" dirty="0">
                <a:solidFill>
                  <a:schemeClr val="dk1"/>
                </a:solidFill>
                <a:latin typeface="+mj-lt"/>
                <a:cs typeface="Times New Roman"/>
                <a:sym typeface="Times New Roman"/>
              </a:rPr>
              <a:t>VARUN S</a:t>
            </a:r>
            <a:r>
              <a:rPr lang="en-US" sz="1800" b="1" dirty="0">
                <a:solidFill>
                  <a:schemeClr val="dk1"/>
                </a:solidFill>
                <a:cs typeface="Times New Roman"/>
                <a:sym typeface="Times New Roman"/>
              </a:rPr>
              <a:t> – </a:t>
            </a:r>
            <a:r>
              <a:rPr lang="en-US" sz="1800" b="1" dirty="0">
                <a:solidFill>
                  <a:schemeClr val="dk1"/>
                </a:solidFill>
                <a:latin typeface="+mj-lt"/>
                <a:cs typeface="Times New Roman"/>
                <a:sym typeface="Times New Roman"/>
              </a:rPr>
              <a:t>2303717673821054</a:t>
            </a:r>
            <a:endParaRPr lang="en-IN" dirty="0">
              <a:latin typeface="+mj-l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018773" y="531346"/>
            <a:ext cx="587470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COIMBATORE INSTITUTE OF TECHNOLOGY</a:t>
            </a:r>
          </a:p>
          <a:p>
            <a:pPr algn="ctr"/>
            <a:r>
              <a:rPr lang="en-US" sz="1600" b="1" dirty="0"/>
              <a:t>DEPARTMENT OF COMPUTING -  DATA SCIENCE</a:t>
            </a:r>
          </a:p>
          <a:p>
            <a:pPr algn="ctr"/>
            <a:r>
              <a:rPr lang="en-US" sz="1600" b="1" dirty="0"/>
              <a:t>SEPTEMBER-2025</a:t>
            </a:r>
            <a:endParaRPr lang="en-IN" sz="1600" b="1" dirty="0"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>
                <a:latin typeface="+mj-lt"/>
              </a:rPr>
              <a:t>PROBLEM STATEMENT</a:t>
            </a:r>
            <a:endParaRPr lang="en-IN" b="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4BE4A636-467E-6A78-B816-2F16F9015F61}"/>
              </a:ext>
            </a:extLst>
          </p:cNvPr>
          <p:cNvSpPr/>
          <p:nvPr/>
        </p:nvSpPr>
        <p:spPr>
          <a:xfrm>
            <a:off x="23474" y="4669724"/>
            <a:ext cx="4163351" cy="1392409"/>
          </a:xfrm>
          <a:prstGeom prst="round2Diag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D0787B-1416-D59B-0226-AD66197A578F}"/>
              </a:ext>
            </a:extLst>
          </p:cNvPr>
          <p:cNvSpPr txBox="1"/>
          <p:nvPr/>
        </p:nvSpPr>
        <p:spPr>
          <a:xfrm>
            <a:off x="4338511" y="1305680"/>
            <a:ext cx="4690537" cy="258532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Addressing the Problem</a:t>
            </a:r>
          </a:p>
          <a:p>
            <a:endParaRPr lang="en-US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Overcomes the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time-consuming and complex nature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of manual Exploratory Data Analysis (EDA).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Reduces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human errors and dependency on programming skills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required for traditional analysis.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Utilizes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Recurrent Neural Networks (RNNs)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to automatically detect anomalies, trends, and patterns in sequential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Provides a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Flask-based no-code interface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to simplify data uploading, processing, and visualization.</a:t>
            </a:r>
            <a:endParaRPr lang="en-US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A219835-60BA-4ABA-7B8B-DA1A2728B7C3}"/>
              </a:ext>
            </a:extLst>
          </p:cNvPr>
          <p:cNvSpPr/>
          <p:nvPr/>
        </p:nvSpPr>
        <p:spPr>
          <a:xfrm>
            <a:off x="4236915" y="1238401"/>
            <a:ext cx="4792133" cy="2581205"/>
          </a:xfrm>
          <a:prstGeom prst="roundRect">
            <a:avLst>
              <a:gd name="adj" fmla="val 4280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D59A8C-FFCF-8505-9AA3-698A71521188}"/>
              </a:ext>
            </a:extLst>
          </p:cNvPr>
          <p:cNvSpPr txBox="1"/>
          <p:nvPr/>
        </p:nvSpPr>
        <p:spPr>
          <a:xfrm>
            <a:off x="4297002" y="3931800"/>
            <a:ext cx="4671958" cy="3108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Innovation and Uniqueness</a:t>
            </a:r>
            <a:endParaRPr lang="en-US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Integrates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Deep Learning (RNN + Attention)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into EDA automation – rarely seen in current tools.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Provides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interpretable EDA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(explainable patterns and anomalies).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End-to-end pipeline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: from dataset upload → analysis → visualization → export.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No coding required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, making EDA accessible to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non-programmers and analysts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.</a:t>
            </a:r>
          </a:p>
          <a:p>
            <a:endParaRPr lang="en-US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kern="1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849D22C-3D3A-C474-5BCE-9754CAE42886}"/>
              </a:ext>
            </a:extLst>
          </p:cNvPr>
          <p:cNvSpPr/>
          <p:nvPr/>
        </p:nvSpPr>
        <p:spPr>
          <a:xfrm>
            <a:off x="4246914" y="3962400"/>
            <a:ext cx="4782134" cy="2209800"/>
          </a:xfrm>
          <a:prstGeom prst="roundRect">
            <a:avLst>
              <a:gd name="adj" fmla="val 4280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19F80833-3245-8181-E455-535FCF7A5234}"/>
              </a:ext>
            </a:extLst>
          </p:cNvPr>
          <p:cNvSpPr txBox="1"/>
          <p:nvPr/>
        </p:nvSpPr>
        <p:spPr>
          <a:xfrm>
            <a:off x="338138" y="1325054"/>
            <a:ext cx="3700462" cy="446083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25"/>
              </a:spcBef>
              <a:buSzPct val="96875"/>
              <a:tabLst>
                <a:tab pos="374650" algn="l"/>
              </a:tabLst>
            </a:pPr>
            <a:r>
              <a:rPr b="1" u="sng" dirty="0">
                <a:solidFill>
                  <a:schemeClr val="accent2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Proposed</a:t>
            </a:r>
            <a:r>
              <a:rPr b="1" u="sng" spc="-105" dirty="0">
                <a:solidFill>
                  <a:schemeClr val="accent2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 </a:t>
            </a:r>
            <a:r>
              <a:rPr b="1" u="sng" dirty="0">
                <a:solidFill>
                  <a:schemeClr val="accent2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Solution</a:t>
            </a:r>
            <a:endParaRPr lang="en-IN" b="1" u="sng" dirty="0">
              <a:solidFill>
                <a:schemeClr val="accent2"/>
              </a:solidFill>
              <a:uFill>
                <a:solidFill>
                  <a:srgbClr val="1F487C"/>
                </a:solidFill>
              </a:uFill>
              <a:latin typeface="Arial"/>
              <a:cs typeface="Arial"/>
            </a:endParaRPr>
          </a:p>
          <a:p>
            <a:pPr marL="10795">
              <a:lnSpc>
                <a:spcPct val="100000"/>
              </a:lnSpc>
              <a:spcBef>
                <a:spcPts val="125"/>
              </a:spcBef>
              <a:buSzPct val="96875"/>
              <a:tabLst>
                <a:tab pos="374650" algn="l"/>
              </a:tabLst>
            </a:pPr>
            <a:endParaRPr lang="en-IN" b="1" u="sng" dirty="0">
              <a:solidFill>
                <a:srgbClr val="1F487C"/>
              </a:solidFill>
              <a:uFill>
                <a:solidFill>
                  <a:srgbClr val="1F487C"/>
                </a:solidFill>
              </a:uFill>
            </a:endParaRPr>
          </a:p>
          <a:p>
            <a:pPr marL="182245" indent="-171450">
              <a:lnSpc>
                <a:spcPct val="100000"/>
              </a:lnSpc>
              <a:spcBef>
                <a:spcPts val="125"/>
              </a:spcBef>
              <a:buSzPct val="96875"/>
              <a:buFont typeface="Arial" panose="020B0604020202020204" pitchFamily="34" charset="0"/>
              <a:buChar char="•"/>
              <a:tabLst>
                <a:tab pos="374650" algn="l"/>
              </a:tabLst>
            </a:pPr>
            <a:r>
              <a:rPr lang="en-US" sz="1200" dirty="0"/>
              <a:t>Development of an Automated Exploratory Data Analysis Framework Using Recurrent Neural Networks and Flask-Based No-Code Visualization Interface.</a:t>
            </a:r>
          </a:p>
          <a:p>
            <a:pPr marL="296545" indent="-285750">
              <a:lnSpc>
                <a:spcPct val="100000"/>
              </a:lnSpc>
              <a:spcBef>
                <a:spcPts val="125"/>
              </a:spcBef>
              <a:buSzPct val="96875"/>
              <a:buFont typeface="Arial" panose="020B0604020202020204" pitchFamily="34" charset="0"/>
              <a:buChar char="•"/>
              <a:tabLst>
                <a:tab pos="374650" algn="l"/>
              </a:tabLst>
            </a:pPr>
            <a:endParaRPr lang="en-US" sz="1200" dirty="0"/>
          </a:p>
          <a:p>
            <a:pPr marL="10795">
              <a:lnSpc>
                <a:spcPct val="100000"/>
              </a:lnSpc>
              <a:spcBef>
                <a:spcPts val="125"/>
              </a:spcBef>
              <a:buSzPct val="96875"/>
              <a:tabLst>
                <a:tab pos="374650" algn="l"/>
              </a:tabLst>
            </a:pPr>
            <a:r>
              <a:rPr lang="en-US" sz="1200" dirty="0"/>
              <a:t>Automatically performs:</a:t>
            </a:r>
          </a:p>
          <a:p>
            <a:pPr marL="182245" indent="-171450">
              <a:lnSpc>
                <a:spcPct val="150000"/>
              </a:lnSpc>
              <a:spcBef>
                <a:spcPts val="125"/>
              </a:spcBef>
              <a:buSzPct val="96875"/>
              <a:buFont typeface="Arial" panose="020B0604020202020204" pitchFamily="34" charset="0"/>
              <a:buChar char="•"/>
              <a:tabLst>
                <a:tab pos="374650" algn="l"/>
              </a:tabLst>
            </a:pPr>
            <a:r>
              <a:rPr lang="en-US" sz="1200" dirty="0"/>
              <a:t>Data cleaning, visualization, and pattern discovery.</a:t>
            </a:r>
          </a:p>
          <a:p>
            <a:pPr marL="182245" indent="-171450">
              <a:lnSpc>
                <a:spcPct val="150000"/>
              </a:lnSpc>
              <a:spcBef>
                <a:spcPts val="125"/>
              </a:spcBef>
              <a:buSzPct val="96875"/>
              <a:buFont typeface="Arial" panose="020B0604020202020204" pitchFamily="34" charset="0"/>
              <a:buChar char="•"/>
              <a:tabLst>
                <a:tab pos="374650" algn="l"/>
              </a:tabLst>
            </a:pPr>
            <a:r>
              <a:rPr lang="en-US" sz="1200" dirty="0"/>
              <a:t>Anomaly detection using RNN autoencoders.</a:t>
            </a:r>
          </a:p>
          <a:p>
            <a:pPr marL="296545" indent="-285750">
              <a:lnSpc>
                <a:spcPct val="150000"/>
              </a:lnSpc>
              <a:spcBef>
                <a:spcPts val="125"/>
              </a:spcBef>
              <a:buSzPct val="96875"/>
              <a:buFont typeface="Arial" panose="020B0604020202020204" pitchFamily="34" charset="0"/>
              <a:buChar char="•"/>
              <a:tabLst>
                <a:tab pos="374650" algn="l"/>
              </a:tabLst>
            </a:pPr>
            <a:r>
              <a:rPr lang="en-US" sz="1200" dirty="0"/>
              <a:t>Feature importance detection using attention mechanisms.</a:t>
            </a:r>
          </a:p>
          <a:p>
            <a:pPr marL="296545" indent="-285750">
              <a:lnSpc>
                <a:spcPct val="150000"/>
              </a:lnSpc>
              <a:spcBef>
                <a:spcPts val="125"/>
              </a:spcBef>
              <a:buSzPct val="96875"/>
              <a:buFont typeface="Arial" panose="020B0604020202020204" pitchFamily="34" charset="0"/>
              <a:buChar char="•"/>
              <a:tabLst>
                <a:tab pos="374650" algn="l"/>
              </a:tabLst>
            </a:pPr>
            <a:r>
              <a:rPr lang="en-US" sz="1200" dirty="0"/>
              <a:t>Deploy as a Flask-based web application allowing users to upload datasets and view instant insights.</a:t>
            </a:r>
          </a:p>
          <a:p>
            <a:pPr marL="296545" indent="-285750">
              <a:lnSpc>
                <a:spcPct val="100000"/>
              </a:lnSpc>
              <a:spcBef>
                <a:spcPts val="125"/>
              </a:spcBef>
              <a:buSzPct val="96875"/>
              <a:buFont typeface="Arial" panose="020B0604020202020204" pitchFamily="34" charset="0"/>
              <a:buChar char="•"/>
              <a:tabLst>
                <a:tab pos="374650" algn="l"/>
              </a:tabLst>
            </a:pPr>
            <a:endParaRPr lang="en-US" dirty="0"/>
          </a:p>
          <a:p>
            <a:pPr marL="296545" indent="-285750">
              <a:lnSpc>
                <a:spcPct val="100000"/>
              </a:lnSpc>
              <a:spcBef>
                <a:spcPts val="125"/>
              </a:spcBef>
              <a:buSzPct val="96875"/>
              <a:buFont typeface="Arial" panose="020B0604020202020204" pitchFamily="34" charset="0"/>
              <a:buChar char="•"/>
              <a:tabLst>
                <a:tab pos="374650" algn="l"/>
              </a:tabLst>
            </a:pPr>
            <a:endParaRPr lang="en-US" dirty="0"/>
          </a:p>
          <a:p>
            <a:pPr marL="296545" indent="-285750">
              <a:lnSpc>
                <a:spcPct val="100000"/>
              </a:lnSpc>
              <a:spcBef>
                <a:spcPts val="125"/>
              </a:spcBef>
              <a:buSzPct val="96875"/>
              <a:buFont typeface="Arial" panose="020B0604020202020204" pitchFamily="34" charset="0"/>
              <a:buChar char="•"/>
              <a:tabLst>
                <a:tab pos="374650" algn="l"/>
              </a:tabLst>
            </a:pPr>
            <a:endParaRPr lang="en-US" dirty="0"/>
          </a:p>
          <a:p>
            <a:pPr marL="296545" indent="-285750">
              <a:lnSpc>
                <a:spcPct val="100000"/>
              </a:lnSpc>
              <a:spcBef>
                <a:spcPts val="125"/>
              </a:spcBef>
              <a:buSzPct val="96875"/>
              <a:buFont typeface="Arial" panose="020B0604020202020204" pitchFamily="34" charset="0"/>
              <a:buChar char="•"/>
              <a:tabLst>
                <a:tab pos="374650" algn="l"/>
              </a:tabLst>
            </a:pPr>
            <a:endParaRPr lang="en-US" b="1" u="sng" dirty="0">
              <a:solidFill>
                <a:srgbClr val="1F487C"/>
              </a:solidFill>
              <a:uFill>
                <a:solidFill>
                  <a:srgbClr val="1F487C"/>
                </a:solidFill>
              </a:uFill>
              <a:latin typeface="Arial"/>
              <a:cs typeface="Arial"/>
            </a:endParaRPr>
          </a:p>
          <a:p>
            <a:pPr marL="10795" algn="just">
              <a:lnSpc>
                <a:spcPct val="100000"/>
              </a:lnSpc>
              <a:spcBef>
                <a:spcPts val="125"/>
              </a:spcBef>
              <a:buSzPct val="96875"/>
              <a:tabLst>
                <a:tab pos="374650" algn="l"/>
              </a:tabLst>
            </a:pPr>
            <a:endParaRPr dirty="0">
              <a:latin typeface="Arial"/>
              <a:cs typeface="Arial"/>
            </a:endParaRPr>
          </a:p>
        </p:txBody>
      </p:sp>
      <p:pic>
        <p:nvPicPr>
          <p:cNvPr id="27" name="Picture 26" descr="A cartoon of a broom&#10;&#10;AI-generated content may be incorrect.">
            <a:extLst>
              <a:ext uri="{FF2B5EF4-FFF2-40B4-BE49-F238E27FC236}">
                <a16:creationId xmlns:a16="http://schemas.microsoft.com/office/drawing/2014/main" id="{B22773F4-EC4A-8216-6F42-2B0970EB8D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20" y="4867462"/>
            <a:ext cx="492807" cy="492807"/>
          </a:xfrm>
          <a:prstGeom prst="rect">
            <a:avLst/>
          </a:prstGeom>
        </p:spPr>
      </p:pic>
      <p:pic>
        <p:nvPicPr>
          <p:cNvPr id="31" name="Picture 30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8C0D92F5-A892-5E00-A354-8EC4CFECDD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47" y="4867462"/>
            <a:ext cx="492807" cy="531313"/>
          </a:xfrm>
          <a:prstGeom prst="rect">
            <a:avLst/>
          </a:prstGeom>
        </p:spPr>
      </p:pic>
      <p:pic>
        <p:nvPicPr>
          <p:cNvPr id="33" name="Picture 3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DAAA459-CA39-4FF0-970B-42EE6526BC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9434" y="4883577"/>
            <a:ext cx="492807" cy="531313"/>
          </a:xfrm>
          <a:prstGeom prst="rect">
            <a:avLst/>
          </a:prstGeom>
        </p:spPr>
      </p:pic>
      <p:pic>
        <p:nvPicPr>
          <p:cNvPr id="35" name="Picture 3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55DEF87D-5892-65D5-5A8A-A7CED943DE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V="1">
            <a:off x="2166475" y="4881028"/>
            <a:ext cx="492807" cy="531313"/>
          </a:xfrm>
          <a:prstGeom prst="rect">
            <a:avLst/>
          </a:prstGeom>
        </p:spPr>
      </p:pic>
      <p:pic>
        <p:nvPicPr>
          <p:cNvPr id="37" name="Picture 36" descr="A black silhouette of a device&#10;&#10;AI-generated content may be incorrect.">
            <a:extLst>
              <a:ext uri="{FF2B5EF4-FFF2-40B4-BE49-F238E27FC236}">
                <a16:creationId xmlns:a16="http://schemas.microsoft.com/office/drawing/2014/main" id="{0B3A2FD8-5216-22F4-E551-8A0E37079A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3183" y="4848208"/>
            <a:ext cx="497193" cy="531313"/>
          </a:xfrm>
          <a:prstGeom prst="rect">
            <a:avLst/>
          </a:prstGeom>
        </p:spPr>
      </p:pic>
      <p:pic>
        <p:nvPicPr>
          <p:cNvPr id="39" name="Picture 38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CAF4A146-F1A9-B182-274D-0C9A7DED1C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3584610" y="4867461"/>
            <a:ext cx="492806" cy="531313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180EBC80-1B4C-319E-FA73-48AAB08BDA17}"/>
              </a:ext>
            </a:extLst>
          </p:cNvPr>
          <p:cNvSpPr txBox="1"/>
          <p:nvPr/>
        </p:nvSpPr>
        <p:spPr>
          <a:xfrm>
            <a:off x="33020" y="5412341"/>
            <a:ext cx="7137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Automated Data Cleaning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54B432-2DB6-80AB-EDAE-4668BD68BC20}"/>
              </a:ext>
            </a:extLst>
          </p:cNvPr>
          <p:cNvSpPr txBox="1"/>
          <p:nvPr/>
        </p:nvSpPr>
        <p:spPr>
          <a:xfrm>
            <a:off x="647562" y="5402264"/>
            <a:ext cx="7387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Sequential Pattern Recognition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262F193-6A4B-B069-1725-014A5572E69A}"/>
              </a:ext>
            </a:extLst>
          </p:cNvPr>
          <p:cNvSpPr txBox="1"/>
          <p:nvPr/>
        </p:nvSpPr>
        <p:spPr>
          <a:xfrm>
            <a:off x="1367834" y="5379521"/>
            <a:ext cx="7330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Deep Learning Anomaly Detection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1F7EE33-07C8-0209-3213-9A62C9F52D3A}"/>
              </a:ext>
            </a:extLst>
          </p:cNvPr>
          <p:cNvSpPr txBox="1"/>
          <p:nvPr/>
        </p:nvSpPr>
        <p:spPr>
          <a:xfrm>
            <a:off x="2063841" y="5360270"/>
            <a:ext cx="6581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Attention-Based Feature Insights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EC99AC-63B2-D627-98E4-93969E502B8D}"/>
              </a:ext>
            </a:extLst>
          </p:cNvPr>
          <p:cNvSpPr txBox="1"/>
          <p:nvPr/>
        </p:nvSpPr>
        <p:spPr>
          <a:xfrm>
            <a:off x="2805870" y="5360269"/>
            <a:ext cx="7787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No-Code Flask Dashboard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DCAB3B-D02F-8FEC-4F8A-3FB72B887161}"/>
              </a:ext>
            </a:extLst>
          </p:cNvPr>
          <p:cNvSpPr txBox="1"/>
          <p:nvPr/>
        </p:nvSpPr>
        <p:spPr>
          <a:xfrm>
            <a:off x="3445255" y="5455670"/>
            <a:ext cx="8431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/>
              <a:t>Interactive EDA Visualization</a:t>
            </a: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>
            <a:extLst>
              <a:ext uri="{FF2B5EF4-FFF2-40B4-BE49-F238E27FC236}">
                <a16:creationId xmlns:a16="http://schemas.microsoft.com/office/drawing/2014/main" id="{C71AED58-280D-7637-F717-D7A58F666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666" y="0"/>
            <a:ext cx="9059334" cy="1143000"/>
          </a:xfrm>
        </p:spPr>
        <p:txBody>
          <a:bodyPr/>
          <a:lstStyle/>
          <a:p>
            <a:pPr algn="ctr"/>
            <a:r>
              <a:rPr lang="en-IN" dirty="0"/>
              <a:t>TECHNICAL APPROACH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759E40-2A30-74F6-4505-0EE0D4FAB1DA}"/>
              </a:ext>
            </a:extLst>
          </p:cNvPr>
          <p:cNvSpPr txBox="1"/>
          <p:nvPr/>
        </p:nvSpPr>
        <p:spPr>
          <a:xfrm>
            <a:off x="4809066" y="1705142"/>
            <a:ext cx="7239000" cy="2874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1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2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bject 3">
            <a:extLst>
              <a:ext uri="{FF2B5EF4-FFF2-40B4-BE49-F238E27FC236}">
                <a16:creationId xmlns:a16="http://schemas.microsoft.com/office/drawing/2014/main" id="{61087C26-CAE5-B6AF-95C9-BFC116A9604E}"/>
              </a:ext>
            </a:extLst>
          </p:cNvPr>
          <p:cNvSpPr txBox="1">
            <a:spLocks/>
          </p:cNvSpPr>
          <p:nvPr/>
        </p:nvSpPr>
        <p:spPr>
          <a:xfrm>
            <a:off x="185224" y="1143000"/>
            <a:ext cx="5252177" cy="562142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>
            <a:lvl1pPr marL="0">
              <a:defRPr sz="275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r>
              <a:rPr lang="en-IN" sz="1800" b="1" u="sng" spc="-10" dirty="0">
                <a:solidFill>
                  <a:schemeClr val="accent2"/>
                </a:solidFill>
              </a:rPr>
              <a:t>Process </a:t>
            </a:r>
            <a:r>
              <a:rPr lang="en-IN" sz="1800" b="1" u="sng" spc="-25" dirty="0">
                <a:solidFill>
                  <a:schemeClr val="accent2"/>
                </a:solidFill>
              </a:rPr>
              <a:t>for </a:t>
            </a:r>
            <a:r>
              <a:rPr lang="en-IN" sz="1800" b="1" u="sng" spc="-10" dirty="0">
                <a:solidFill>
                  <a:schemeClr val="accent2"/>
                </a:solidFill>
              </a:rPr>
              <a:t>Implementation</a:t>
            </a:r>
            <a:endParaRPr lang="en-IN" sz="1800" b="1" u="sng" dirty="0">
              <a:solidFill>
                <a:schemeClr val="accent2"/>
              </a:solidFill>
            </a:endParaRPr>
          </a:p>
          <a:p>
            <a:pPr marL="12065" marR="8890">
              <a:lnSpc>
                <a:spcPct val="102499"/>
              </a:lnSpc>
              <a:spcBef>
                <a:spcPts val="45"/>
              </a:spcBef>
              <a:tabLst>
                <a:tab pos="355600" algn="l"/>
              </a:tabLst>
            </a:pPr>
            <a:endParaRPr lang="en-IN" sz="1800" dirty="0">
              <a:solidFill>
                <a:schemeClr val="accent2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A99E182-03A9-4BD6-D886-CA2E6207C193}"/>
              </a:ext>
            </a:extLst>
          </p:cNvPr>
          <p:cNvGrpSpPr/>
          <p:nvPr/>
        </p:nvGrpSpPr>
        <p:grpSpPr>
          <a:xfrm>
            <a:off x="4551469" y="5950296"/>
            <a:ext cx="4122281" cy="642077"/>
            <a:chOff x="5443537" y="5333999"/>
            <a:chExt cx="6367463" cy="838201"/>
          </a:xfrm>
        </p:grpSpPr>
        <p:sp>
          <p:nvSpPr>
            <p:cNvPr id="38" name="Rectangle: Diagonal Corners Rounded 37">
              <a:extLst>
                <a:ext uri="{FF2B5EF4-FFF2-40B4-BE49-F238E27FC236}">
                  <a16:creationId xmlns:a16="http://schemas.microsoft.com/office/drawing/2014/main" id="{4E80A008-4735-BD74-BD17-74764562F29A}"/>
                </a:ext>
              </a:extLst>
            </p:cNvPr>
            <p:cNvSpPr/>
            <p:nvPr/>
          </p:nvSpPr>
          <p:spPr>
            <a:xfrm>
              <a:off x="5443537" y="5333999"/>
              <a:ext cx="6367463" cy="838201"/>
            </a:xfrm>
            <a:prstGeom prst="round2Diag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565451F-1C97-D41E-1ABA-DF06265F0432}"/>
                </a:ext>
              </a:extLst>
            </p:cNvPr>
            <p:cNvGrpSpPr/>
            <p:nvPr/>
          </p:nvGrpSpPr>
          <p:grpSpPr>
            <a:xfrm>
              <a:off x="7014629" y="5490482"/>
              <a:ext cx="3933789" cy="503689"/>
              <a:chOff x="6379081" y="4652280"/>
              <a:chExt cx="3933790" cy="503688"/>
            </a:xfrm>
          </p:grpSpPr>
          <p:pic>
            <p:nvPicPr>
              <p:cNvPr id="43" name="Picture 14" descr="Google TensorFlow Icon SVG Vector &amp; PNG Free Download | UXWing">
                <a:extLst>
                  <a:ext uri="{FF2B5EF4-FFF2-40B4-BE49-F238E27FC236}">
                    <a16:creationId xmlns:a16="http://schemas.microsoft.com/office/drawing/2014/main" id="{31086094-FC9C-B1CC-4ECC-2FB6658580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34017" y="4671606"/>
                <a:ext cx="462734" cy="4627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18" descr="GitHub Logo, symbol, meaning, history, PNG, brand">
                <a:extLst>
                  <a:ext uri="{FF2B5EF4-FFF2-40B4-BE49-F238E27FC236}">
                    <a16:creationId xmlns:a16="http://schemas.microsoft.com/office/drawing/2014/main" id="{7D216F70-80AD-6CA5-37C5-346376E9320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430721" y="4652280"/>
                <a:ext cx="882150" cy="503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6" name="Picture 12" descr="Python Logo PNG Transparent &amp; SVG Vector - Freebie Supply">
                <a:extLst>
                  <a:ext uri="{FF2B5EF4-FFF2-40B4-BE49-F238E27FC236}">
                    <a16:creationId xmlns:a16="http://schemas.microsoft.com/office/drawing/2014/main" id="{6465A0E7-657E-A08C-A49D-80533EB317D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79081" y="4665918"/>
                <a:ext cx="459934" cy="45802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3" name="Picture 2" descr="A diagram of software development&#10;&#10;AI-generated content may be incorrect.">
            <a:extLst>
              <a:ext uri="{FF2B5EF4-FFF2-40B4-BE49-F238E27FC236}">
                <a16:creationId xmlns:a16="http://schemas.microsoft.com/office/drawing/2014/main" id="{6D0FE03D-DD9C-3F41-FAC7-93D3F36CD5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596" y="1424071"/>
            <a:ext cx="4256807" cy="5137525"/>
          </a:xfrm>
          <a:prstGeom prst="rect">
            <a:avLst/>
          </a:prstGeom>
        </p:spPr>
      </p:pic>
      <p:pic>
        <p:nvPicPr>
          <p:cNvPr id="5" name="Picture 4" descr="A blue and white logo&#10;&#10;AI-generated content may be incorrect.">
            <a:extLst>
              <a:ext uri="{FF2B5EF4-FFF2-40B4-BE49-F238E27FC236}">
                <a16:creationId xmlns:a16="http://schemas.microsoft.com/office/drawing/2014/main" id="{FB734D0E-1C8C-9D90-2357-AACA721EE1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83249" y="6062275"/>
            <a:ext cx="393725" cy="393725"/>
          </a:xfrm>
          <a:prstGeom prst="rect">
            <a:avLst/>
          </a:prstGeom>
        </p:spPr>
      </p:pic>
      <p:pic>
        <p:nvPicPr>
          <p:cNvPr id="7" name="Picture 6" descr="A logo of a website&#10;&#10;AI-generated content may be incorrect.">
            <a:extLst>
              <a:ext uri="{FF2B5EF4-FFF2-40B4-BE49-F238E27FC236}">
                <a16:creationId xmlns:a16="http://schemas.microsoft.com/office/drawing/2014/main" id="{D182E8A4-3B5E-2C8E-7220-B095764C0FE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8840" y="6080612"/>
            <a:ext cx="391386" cy="391386"/>
          </a:xfrm>
          <a:prstGeom prst="rect">
            <a:avLst/>
          </a:prstGeom>
        </p:spPr>
      </p:pic>
      <p:pic>
        <p:nvPicPr>
          <p:cNvPr id="13" name="Picture 12" descr="A graph with colored dots and arrows&#10;&#10;AI-generated content may be incorrect.">
            <a:extLst>
              <a:ext uri="{FF2B5EF4-FFF2-40B4-BE49-F238E27FC236}">
                <a16:creationId xmlns:a16="http://schemas.microsoft.com/office/drawing/2014/main" id="{EA2F74AC-3694-E5EE-EA10-4AA8A0F4CB3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15654" y="6019942"/>
            <a:ext cx="436058" cy="436058"/>
          </a:xfrm>
          <a:prstGeom prst="rect">
            <a:avLst/>
          </a:prstGeom>
        </p:spPr>
      </p:pic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EC770D-E08C-9611-5035-29DC023BC81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89735" y="1349407"/>
            <a:ext cx="4899858" cy="318346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D873FC9-BFCC-F609-6338-F6AB87763214}"/>
              </a:ext>
            </a:extLst>
          </p:cNvPr>
          <p:cNvSpPr txBox="1"/>
          <p:nvPr/>
        </p:nvSpPr>
        <p:spPr>
          <a:xfrm>
            <a:off x="4089735" y="4707467"/>
            <a:ext cx="489985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IN" dirty="0"/>
              <a:t>Develop a Flask web app with data upload, automated preprocessing, and TensorFlow/</a:t>
            </a:r>
            <a:r>
              <a:rPr lang="en-IN" dirty="0" err="1"/>
              <a:t>Keras</a:t>
            </a:r>
            <a:r>
              <a:rPr lang="en-IN" dirty="0"/>
              <a:t> integration.</a:t>
            </a:r>
          </a:p>
          <a:p>
            <a:pPr marL="285750" indent="-285750">
              <a:buFontTx/>
              <a:buChar char="-"/>
            </a:pPr>
            <a:r>
              <a:rPr lang="en-IN" dirty="0"/>
              <a:t>Use LSTM autoencoders for anomaly detection, attention-based RNNs for feature insights, and </a:t>
            </a:r>
            <a:r>
              <a:rPr lang="en-IN" dirty="0" err="1"/>
              <a:t>Plotly</a:t>
            </a:r>
            <a:r>
              <a:rPr lang="en-IN" dirty="0"/>
              <a:t> visualizations in Docker.</a:t>
            </a:r>
          </a:p>
        </p:txBody>
      </p:sp>
    </p:spTree>
    <p:extLst>
      <p:ext uri="{BB962C8B-B14F-4D97-AF65-F5344CB8AC3E}">
        <p14:creationId xmlns:p14="http://schemas.microsoft.com/office/powerpoint/2010/main" val="3669241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A1964A2-DFF1-F818-A171-734DADAC3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algn="ctr"/>
            <a:r>
              <a:rPr lang="en-IN" dirty="0"/>
              <a:t>FEASIBILITY AND VIABILITY</a:t>
            </a:r>
          </a:p>
        </p:txBody>
      </p:sp>
      <p:pic>
        <p:nvPicPr>
          <p:cNvPr id="8" name="Picture 7" descr="A logo of a hand shaking&#10;&#10;AI-generated content may be incorrect.">
            <a:extLst>
              <a:ext uri="{FF2B5EF4-FFF2-40B4-BE49-F238E27FC236}">
                <a16:creationId xmlns:a16="http://schemas.microsoft.com/office/drawing/2014/main" id="{1E3DCFAE-6798-AFAD-304A-6986EF757D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0221" y="3157452"/>
            <a:ext cx="1686445" cy="17979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135BF5-9D04-6498-4015-5C710755C7E8}"/>
              </a:ext>
            </a:extLst>
          </p:cNvPr>
          <p:cNvSpPr txBox="1"/>
          <p:nvPr/>
        </p:nvSpPr>
        <p:spPr>
          <a:xfrm>
            <a:off x="5102619" y="1381773"/>
            <a:ext cx="3924034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800" b="1" u="sng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800" b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Challenges and Risks</a:t>
            </a:r>
          </a:p>
          <a:p>
            <a:endParaRPr lang="en-US" sz="800" kern="1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dirty="0"/>
              <a:t>⚠️ 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</a:rPr>
              <a:t>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oisy data can lower accuracy.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dirty="0"/>
              <a:t>⚠️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Deep learning results are hard to explain.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dirty="0"/>
              <a:t>⚠️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Big data may cause high memory use.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dirty="0"/>
              <a:t>⚠️ Users/Clients 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hesitate to trust AI tools.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04FF98-2DE7-1379-9F0C-39FB09086FCA}"/>
              </a:ext>
            </a:extLst>
          </p:cNvPr>
          <p:cNvSpPr/>
          <p:nvPr/>
        </p:nvSpPr>
        <p:spPr>
          <a:xfrm>
            <a:off x="5004495" y="1420405"/>
            <a:ext cx="4041766" cy="2438400"/>
          </a:xfrm>
          <a:prstGeom prst="roundRect">
            <a:avLst>
              <a:gd name="adj" fmla="val 4280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546179-9DE9-F6BF-24F2-FCF3446B137A}"/>
              </a:ext>
            </a:extLst>
          </p:cNvPr>
          <p:cNvSpPr txBox="1"/>
          <p:nvPr/>
        </p:nvSpPr>
        <p:spPr>
          <a:xfrm>
            <a:off x="5102618" y="3968875"/>
            <a:ext cx="3855115" cy="227754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US" sz="700" b="1" u="sng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b="1" u="sng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Strategies for Overcoming Risks</a:t>
            </a:r>
          </a:p>
          <a:p>
            <a:endParaRPr lang="en-US" sz="700" kern="100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200" dirty="0"/>
              <a:t>✅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Preprocessing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Validate, clean, and scale data.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dirty="0"/>
              <a:t>✅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Explainable AI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Use visualizations and interpretable layers.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dirty="0"/>
              <a:t>✅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Optimization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Batch processing and lightweight APIs for speed.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dirty="0"/>
              <a:t>✅ </a:t>
            </a:r>
            <a:r>
              <a:rPr lang="en-US" altLang="en-US" b="1" dirty="0">
                <a:solidFill>
                  <a:schemeClr val="tx1"/>
                </a:solidFill>
                <a:latin typeface="Arial" panose="020B0604020202020204" pitchFamily="34" charset="0"/>
              </a:rPr>
              <a:t>User-Focused Design</a:t>
            </a:r>
            <a:r>
              <a:rPr lang="en-US" altLang="en-US" dirty="0">
                <a:solidFill>
                  <a:schemeClr val="tx1"/>
                </a:solidFill>
                <a:latin typeface="Arial" panose="020B0604020202020204" pitchFamily="34" charset="0"/>
              </a:rPr>
              <a:t> – Intuitive UI and tutorials to boost trust.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C925241-5CAE-1837-BA87-7EF4B6ABAC05}"/>
              </a:ext>
            </a:extLst>
          </p:cNvPr>
          <p:cNvSpPr/>
          <p:nvPr/>
        </p:nvSpPr>
        <p:spPr>
          <a:xfrm>
            <a:off x="5047429" y="4089400"/>
            <a:ext cx="3998832" cy="2438400"/>
          </a:xfrm>
          <a:prstGeom prst="roundRect">
            <a:avLst>
              <a:gd name="adj" fmla="val 4280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2E7EC823-376B-1AE2-9496-0B87F9D9B725}"/>
              </a:ext>
            </a:extLst>
          </p:cNvPr>
          <p:cNvSpPr txBox="1"/>
          <p:nvPr/>
        </p:nvSpPr>
        <p:spPr>
          <a:xfrm>
            <a:off x="108905" y="1294143"/>
            <a:ext cx="5757863" cy="323807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0795">
              <a:lnSpc>
                <a:spcPct val="100000"/>
              </a:lnSpc>
              <a:spcBef>
                <a:spcPts val="125"/>
              </a:spcBef>
              <a:buSzPct val="96875"/>
              <a:tabLst>
                <a:tab pos="374650" algn="l"/>
              </a:tabLst>
            </a:pPr>
            <a:r>
              <a:rPr lang="en-IN" sz="2000" b="1" u="sng" dirty="0">
                <a:solidFill>
                  <a:schemeClr val="accent2"/>
                </a:solidFill>
                <a:uFill>
                  <a:solidFill>
                    <a:srgbClr val="1F487C"/>
                  </a:solidFill>
                </a:uFill>
                <a:latin typeface="Arial"/>
                <a:cs typeface="Arial"/>
              </a:rPr>
              <a:t>Analysis of Feasibility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6374B0E-0119-114C-046E-2E9EDF26A2DC}"/>
              </a:ext>
            </a:extLst>
          </p:cNvPr>
          <p:cNvGrpSpPr/>
          <p:nvPr/>
        </p:nvGrpSpPr>
        <p:grpSpPr>
          <a:xfrm>
            <a:off x="97739" y="1831994"/>
            <a:ext cx="2158615" cy="1211266"/>
            <a:chOff x="2345435" y="1953933"/>
            <a:chExt cx="1845565" cy="869089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D2BBF0F-8239-592F-6A61-2AC4959B9473}"/>
                </a:ext>
              </a:extLst>
            </p:cNvPr>
            <p:cNvSpPr/>
            <p:nvPr/>
          </p:nvSpPr>
          <p:spPr>
            <a:xfrm>
              <a:off x="2362200" y="1953933"/>
              <a:ext cx="1828800" cy="865467"/>
            </a:xfrm>
            <a:custGeom>
              <a:avLst/>
              <a:gdLst>
                <a:gd name="connsiteX0" fmla="*/ 0 w 2676821"/>
                <a:gd name="connsiteY0" fmla="*/ 173397 h 1733973"/>
                <a:gd name="connsiteX1" fmla="*/ 173397 w 2676821"/>
                <a:gd name="connsiteY1" fmla="*/ 0 h 1733973"/>
                <a:gd name="connsiteX2" fmla="*/ 2503424 w 2676821"/>
                <a:gd name="connsiteY2" fmla="*/ 0 h 1733973"/>
                <a:gd name="connsiteX3" fmla="*/ 2676821 w 2676821"/>
                <a:gd name="connsiteY3" fmla="*/ 173397 h 1733973"/>
                <a:gd name="connsiteX4" fmla="*/ 2676821 w 2676821"/>
                <a:gd name="connsiteY4" fmla="*/ 1560576 h 1733973"/>
                <a:gd name="connsiteX5" fmla="*/ 2503424 w 2676821"/>
                <a:gd name="connsiteY5" fmla="*/ 1733973 h 1733973"/>
                <a:gd name="connsiteX6" fmla="*/ 173397 w 2676821"/>
                <a:gd name="connsiteY6" fmla="*/ 1733973 h 1733973"/>
                <a:gd name="connsiteX7" fmla="*/ 0 w 2676821"/>
                <a:gd name="connsiteY7" fmla="*/ 1560576 h 1733973"/>
                <a:gd name="connsiteX8" fmla="*/ 0 w 2676821"/>
                <a:gd name="connsiteY8" fmla="*/ 173397 h 173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6821" h="1733973">
                  <a:moveTo>
                    <a:pt x="0" y="173397"/>
                  </a:moveTo>
                  <a:cubicBezTo>
                    <a:pt x="0" y="77632"/>
                    <a:pt x="77632" y="0"/>
                    <a:pt x="173397" y="0"/>
                  </a:cubicBezTo>
                  <a:lnTo>
                    <a:pt x="2503424" y="0"/>
                  </a:lnTo>
                  <a:cubicBezTo>
                    <a:pt x="2599189" y="0"/>
                    <a:pt x="2676821" y="77632"/>
                    <a:pt x="2676821" y="173397"/>
                  </a:cubicBezTo>
                  <a:lnTo>
                    <a:pt x="2676821" y="1560576"/>
                  </a:lnTo>
                  <a:cubicBezTo>
                    <a:pt x="2676821" y="1656341"/>
                    <a:pt x="2599189" y="1733973"/>
                    <a:pt x="2503424" y="1733973"/>
                  </a:cubicBezTo>
                  <a:lnTo>
                    <a:pt x="173397" y="1733973"/>
                  </a:lnTo>
                  <a:cubicBezTo>
                    <a:pt x="77632" y="1733973"/>
                    <a:pt x="0" y="1656341"/>
                    <a:pt x="0" y="1560576"/>
                  </a:cubicBezTo>
                  <a:lnTo>
                    <a:pt x="0" y="17339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590" tIns="228590" rIns="1031636" bIns="662083" numCol="1" spcCol="1270" anchor="t" anchorCtr="0">
              <a:noAutofit/>
            </a:bodyPr>
            <a:lstStyle/>
            <a:p>
              <a:pPr marL="285750" lvl="1" indent="-285750" algn="l" defTabSz="1733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IN" sz="3900" kern="12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48FFB57B-C0FF-1E17-7EF7-B205B8E44DC5}"/>
                </a:ext>
              </a:extLst>
            </p:cNvPr>
            <p:cNvSpPr txBox="1"/>
            <p:nvPr/>
          </p:nvSpPr>
          <p:spPr>
            <a:xfrm>
              <a:off x="2345435" y="1961780"/>
              <a:ext cx="1845565" cy="86124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Arial"/>
                  <a:cs typeface="Arial"/>
                </a:rPr>
                <a:t>The project is cost-effective, utilizing open-source technologies with minimal hosting expenses and strong potential for ROI through institutional adoption.</a:t>
              </a:r>
              <a:endParaRPr lang="en-IN" sz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01C05B7-77DE-26BF-B53A-099BDB4186BE}"/>
              </a:ext>
            </a:extLst>
          </p:cNvPr>
          <p:cNvGrpSpPr/>
          <p:nvPr/>
        </p:nvGrpSpPr>
        <p:grpSpPr>
          <a:xfrm>
            <a:off x="82392" y="4775454"/>
            <a:ext cx="2206739" cy="1754326"/>
            <a:chOff x="4326635" y="3477933"/>
            <a:chExt cx="1845565" cy="1615656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DBECA3-3EC3-AAA0-1716-6403F8B805BD}"/>
                </a:ext>
              </a:extLst>
            </p:cNvPr>
            <p:cNvSpPr/>
            <p:nvPr/>
          </p:nvSpPr>
          <p:spPr>
            <a:xfrm>
              <a:off x="4326635" y="3477933"/>
              <a:ext cx="1845565" cy="865467"/>
            </a:xfrm>
            <a:custGeom>
              <a:avLst/>
              <a:gdLst>
                <a:gd name="connsiteX0" fmla="*/ 0 w 2676821"/>
                <a:gd name="connsiteY0" fmla="*/ 173397 h 1733973"/>
                <a:gd name="connsiteX1" fmla="*/ 173397 w 2676821"/>
                <a:gd name="connsiteY1" fmla="*/ 0 h 1733973"/>
                <a:gd name="connsiteX2" fmla="*/ 2503424 w 2676821"/>
                <a:gd name="connsiteY2" fmla="*/ 0 h 1733973"/>
                <a:gd name="connsiteX3" fmla="*/ 2676821 w 2676821"/>
                <a:gd name="connsiteY3" fmla="*/ 173397 h 1733973"/>
                <a:gd name="connsiteX4" fmla="*/ 2676821 w 2676821"/>
                <a:gd name="connsiteY4" fmla="*/ 1560576 h 1733973"/>
                <a:gd name="connsiteX5" fmla="*/ 2503424 w 2676821"/>
                <a:gd name="connsiteY5" fmla="*/ 1733973 h 1733973"/>
                <a:gd name="connsiteX6" fmla="*/ 173397 w 2676821"/>
                <a:gd name="connsiteY6" fmla="*/ 1733973 h 1733973"/>
                <a:gd name="connsiteX7" fmla="*/ 0 w 2676821"/>
                <a:gd name="connsiteY7" fmla="*/ 1560576 h 1733973"/>
                <a:gd name="connsiteX8" fmla="*/ 0 w 2676821"/>
                <a:gd name="connsiteY8" fmla="*/ 173397 h 173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6821" h="1733973">
                  <a:moveTo>
                    <a:pt x="0" y="173397"/>
                  </a:moveTo>
                  <a:cubicBezTo>
                    <a:pt x="0" y="77632"/>
                    <a:pt x="77632" y="0"/>
                    <a:pt x="173397" y="0"/>
                  </a:cubicBezTo>
                  <a:lnTo>
                    <a:pt x="2503424" y="0"/>
                  </a:lnTo>
                  <a:cubicBezTo>
                    <a:pt x="2599189" y="0"/>
                    <a:pt x="2676821" y="77632"/>
                    <a:pt x="2676821" y="173397"/>
                  </a:cubicBezTo>
                  <a:lnTo>
                    <a:pt x="2676821" y="1560576"/>
                  </a:lnTo>
                  <a:cubicBezTo>
                    <a:pt x="2676821" y="1656341"/>
                    <a:pt x="2599189" y="1733973"/>
                    <a:pt x="2503424" y="1733973"/>
                  </a:cubicBezTo>
                  <a:lnTo>
                    <a:pt x="173397" y="1733973"/>
                  </a:lnTo>
                  <a:cubicBezTo>
                    <a:pt x="77632" y="1733973"/>
                    <a:pt x="0" y="1656341"/>
                    <a:pt x="0" y="1560576"/>
                  </a:cubicBezTo>
                  <a:lnTo>
                    <a:pt x="0" y="17339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31636" tIns="228590" rIns="228590" bIns="662083" numCol="1" spcCol="1270" anchor="t" anchorCtr="0">
              <a:noAutofit/>
            </a:bodyPr>
            <a:lstStyle/>
            <a:p>
              <a:pPr marL="285750" lvl="1" indent="-285750" algn="l" defTabSz="1733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IN" sz="3900" kern="1200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2C600F6-B309-F97E-F23A-0B53782FF33A}"/>
                </a:ext>
              </a:extLst>
            </p:cNvPr>
            <p:cNvSpPr txBox="1"/>
            <p:nvPr/>
          </p:nvSpPr>
          <p:spPr>
            <a:xfrm>
              <a:off x="4326635" y="3477933"/>
              <a:ext cx="1845565" cy="1615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 algn="ctr">
                <a:lnSpc>
                  <a:spcPct val="100000"/>
                </a:lnSpc>
                <a:tabLst>
                  <a:tab pos="355600" algn="l"/>
                </a:tabLst>
              </a:pPr>
              <a:r>
                <a:rPr lang="en-US" sz="1200" dirty="0">
                  <a:latin typeface="Arial"/>
                  <a:cs typeface="Arial"/>
                </a:rPr>
                <a:t>Built on proven frameworks like TensorFlow, Flask, and Pandas, ensuring reliable performance and easy scalability.</a:t>
              </a:r>
              <a:endParaRPr lang="en-IN" sz="1200" dirty="0">
                <a:latin typeface="Arial"/>
                <a:cs typeface="Arial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AF2A965-8C1C-8D84-D1A3-607E0B075B95}"/>
              </a:ext>
            </a:extLst>
          </p:cNvPr>
          <p:cNvGrpSpPr/>
          <p:nvPr/>
        </p:nvGrpSpPr>
        <p:grpSpPr>
          <a:xfrm>
            <a:off x="2590899" y="4775454"/>
            <a:ext cx="2302741" cy="1607317"/>
            <a:chOff x="2337499" y="5088184"/>
            <a:chExt cx="1866109" cy="1483368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CC26FC0-708B-3CA6-0F3A-EC7402D76AE0}"/>
                </a:ext>
              </a:extLst>
            </p:cNvPr>
            <p:cNvSpPr/>
            <p:nvPr/>
          </p:nvSpPr>
          <p:spPr>
            <a:xfrm>
              <a:off x="2362200" y="5088184"/>
              <a:ext cx="1828800" cy="923008"/>
            </a:xfrm>
            <a:custGeom>
              <a:avLst/>
              <a:gdLst>
                <a:gd name="connsiteX0" fmla="*/ 0 w 2676821"/>
                <a:gd name="connsiteY0" fmla="*/ 173397 h 1733973"/>
                <a:gd name="connsiteX1" fmla="*/ 173397 w 2676821"/>
                <a:gd name="connsiteY1" fmla="*/ 0 h 1733973"/>
                <a:gd name="connsiteX2" fmla="*/ 2503424 w 2676821"/>
                <a:gd name="connsiteY2" fmla="*/ 0 h 1733973"/>
                <a:gd name="connsiteX3" fmla="*/ 2676821 w 2676821"/>
                <a:gd name="connsiteY3" fmla="*/ 173397 h 1733973"/>
                <a:gd name="connsiteX4" fmla="*/ 2676821 w 2676821"/>
                <a:gd name="connsiteY4" fmla="*/ 1560576 h 1733973"/>
                <a:gd name="connsiteX5" fmla="*/ 2503424 w 2676821"/>
                <a:gd name="connsiteY5" fmla="*/ 1733973 h 1733973"/>
                <a:gd name="connsiteX6" fmla="*/ 173397 w 2676821"/>
                <a:gd name="connsiteY6" fmla="*/ 1733973 h 1733973"/>
                <a:gd name="connsiteX7" fmla="*/ 0 w 2676821"/>
                <a:gd name="connsiteY7" fmla="*/ 1560576 h 1733973"/>
                <a:gd name="connsiteX8" fmla="*/ 0 w 2676821"/>
                <a:gd name="connsiteY8" fmla="*/ 173397 h 173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6821" h="1733973">
                  <a:moveTo>
                    <a:pt x="0" y="173397"/>
                  </a:moveTo>
                  <a:cubicBezTo>
                    <a:pt x="0" y="77632"/>
                    <a:pt x="77632" y="0"/>
                    <a:pt x="173397" y="0"/>
                  </a:cubicBezTo>
                  <a:lnTo>
                    <a:pt x="2503424" y="0"/>
                  </a:lnTo>
                  <a:cubicBezTo>
                    <a:pt x="2599189" y="0"/>
                    <a:pt x="2676821" y="77632"/>
                    <a:pt x="2676821" y="173397"/>
                  </a:cubicBezTo>
                  <a:lnTo>
                    <a:pt x="2676821" y="1560576"/>
                  </a:lnTo>
                  <a:cubicBezTo>
                    <a:pt x="2676821" y="1656341"/>
                    <a:pt x="2599189" y="1733973"/>
                    <a:pt x="2503424" y="1733973"/>
                  </a:cubicBezTo>
                  <a:lnTo>
                    <a:pt x="173397" y="1733973"/>
                  </a:lnTo>
                  <a:cubicBezTo>
                    <a:pt x="77632" y="1733973"/>
                    <a:pt x="0" y="1656341"/>
                    <a:pt x="0" y="1560576"/>
                  </a:cubicBezTo>
                  <a:lnTo>
                    <a:pt x="0" y="17339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031636" tIns="662083" rIns="228590" bIns="228590" numCol="1" spcCol="1270" anchor="t" anchorCtr="0">
              <a:noAutofit/>
            </a:bodyPr>
            <a:lstStyle/>
            <a:p>
              <a:pPr marL="285750" lvl="1" indent="-285750" algn="l" defTabSz="1733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IN" sz="3900" kern="120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4E69EF0-229F-FE34-53F6-A60D4BBABD91}"/>
                </a:ext>
              </a:extLst>
            </p:cNvPr>
            <p:cNvSpPr txBox="1"/>
            <p:nvPr/>
          </p:nvSpPr>
          <p:spPr>
            <a:xfrm>
              <a:off x="2337499" y="5105399"/>
              <a:ext cx="1866109" cy="146615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 algn="ctr">
                <a:lnSpc>
                  <a:spcPct val="100000"/>
                </a:lnSpc>
                <a:tabLst>
                  <a:tab pos="355600" algn="l"/>
                </a:tabLst>
              </a:pPr>
              <a:r>
                <a:rPr lang="en-US" sz="1200" dirty="0">
                  <a:latin typeface="Arial"/>
                  <a:cs typeface="Arial"/>
                </a:rPr>
                <a:t>A user-friendly, no-code dashboard enables effortless deployment, use, and maintenance by both technical and non-technical users.</a:t>
              </a:r>
              <a:endParaRPr lang="en-IN" sz="1200" dirty="0">
                <a:latin typeface="Arial"/>
                <a:cs typeface="Arial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9FC72F3-3166-DC44-5E37-A15CC19EB70C}"/>
              </a:ext>
            </a:extLst>
          </p:cNvPr>
          <p:cNvGrpSpPr/>
          <p:nvPr/>
        </p:nvGrpSpPr>
        <p:grpSpPr>
          <a:xfrm>
            <a:off x="2703041" y="1796098"/>
            <a:ext cx="2241492" cy="1497384"/>
            <a:chOff x="337502" y="3477932"/>
            <a:chExt cx="1915796" cy="1015663"/>
          </a:xfrm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D694C43-755C-23F2-CE22-30312126538C}"/>
                </a:ext>
              </a:extLst>
            </p:cNvPr>
            <p:cNvSpPr/>
            <p:nvPr/>
          </p:nvSpPr>
          <p:spPr>
            <a:xfrm>
              <a:off x="381000" y="3477932"/>
              <a:ext cx="1828800" cy="865467"/>
            </a:xfrm>
            <a:custGeom>
              <a:avLst/>
              <a:gdLst>
                <a:gd name="connsiteX0" fmla="*/ 0 w 2676821"/>
                <a:gd name="connsiteY0" fmla="*/ 173397 h 1733973"/>
                <a:gd name="connsiteX1" fmla="*/ 173397 w 2676821"/>
                <a:gd name="connsiteY1" fmla="*/ 0 h 1733973"/>
                <a:gd name="connsiteX2" fmla="*/ 2503424 w 2676821"/>
                <a:gd name="connsiteY2" fmla="*/ 0 h 1733973"/>
                <a:gd name="connsiteX3" fmla="*/ 2676821 w 2676821"/>
                <a:gd name="connsiteY3" fmla="*/ 173397 h 1733973"/>
                <a:gd name="connsiteX4" fmla="*/ 2676821 w 2676821"/>
                <a:gd name="connsiteY4" fmla="*/ 1560576 h 1733973"/>
                <a:gd name="connsiteX5" fmla="*/ 2503424 w 2676821"/>
                <a:gd name="connsiteY5" fmla="*/ 1733973 h 1733973"/>
                <a:gd name="connsiteX6" fmla="*/ 173397 w 2676821"/>
                <a:gd name="connsiteY6" fmla="*/ 1733973 h 1733973"/>
                <a:gd name="connsiteX7" fmla="*/ 0 w 2676821"/>
                <a:gd name="connsiteY7" fmla="*/ 1560576 h 1733973"/>
                <a:gd name="connsiteX8" fmla="*/ 0 w 2676821"/>
                <a:gd name="connsiteY8" fmla="*/ 173397 h 17339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76821" h="1733973">
                  <a:moveTo>
                    <a:pt x="0" y="173397"/>
                  </a:moveTo>
                  <a:cubicBezTo>
                    <a:pt x="0" y="77632"/>
                    <a:pt x="77632" y="0"/>
                    <a:pt x="173397" y="0"/>
                  </a:cubicBezTo>
                  <a:lnTo>
                    <a:pt x="2503424" y="0"/>
                  </a:lnTo>
                  <a:cubicBezTo>
                    <a:pt x="2599189" y="0"/>
                    <a:pt x="2676821" y="77632"/>
                    <a:pt x="2676821" y="173397"/>
                  </a:cubicBezTo>
                  <a:lnTo>
                    <a:pt x="2676821" y="1560576"/>
                  </a:lnTo>
                  <a:cubicBezTo>
                    <a:pt x="2676821" y="1656341"/>
                    <a:pt x="2599189" y="1733973"/>
                    <a:pt x="2503424" y="1733973"/>
                  </a:cubicBezTo>
                  <a:lnTo>
                    <a:pt x="173397" y="1733973"/>
                  </a:lnTo>
                  <a:cubicBezTo>
                    <a:pt x="77632" y="1733973"/>
                    <a:pt x="0" y="1656341"/>
                    <a:pt x="0" y="1560576"/>
                  </a:cubicBezTo>
                  <a:lnTo>
                    <a:pt x="0" y="173397"/>
                  </a:lnTo>
                  <a:close/>
                </a:path>
              </a:pathLst>
            </a:cu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28590" tIns="662083" rIns="1031636" bIns="228590" numCol="1" spcCol="1270" anchor="t" anchorCtr="0">
              <a:noAutofit/>
            </a:bodyPr>
            <a:lstStyle/>
            <a:p>
              <a:pPr marL="285750" lvl="1" indent="-285750" algn="l" defTabSz="173355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en-IN" sz="1200" kern="12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99E23DE-4208-795E-76CB-D7F12B4D7257}"/>
                </a:ext>
              </a:extLst>
            </p:cNvPr>
            <p:cNvSpPr txBox="1"/>
            <p:nvPr/>
          </p:nvSpPr>
          <p:spPr>
            <a:xfrm>
              <a:off x="337502" y="3477932"/>
              <a:ext cx="1915796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2700" algn="ctr">
                <a:lnSpc>
                  <a:spcPct val="100000"/>
                </a:lnSpc>
                <a:tabLst>
                  <a:tab pos="355600" algn="l"/>
                </a:tabLst>
              </a:pPr>
              <a:r>
                <a:rPr lang="en-US" sz="1200" dirty="0">
                  <a:latin typeface="Arial"/>
                  <a:cs typeface="Arial"/>
                </a:rPr>
                <a:t>Growing global demand for no-code AI and automated analytics tools makes </a:t>
              </a:r>
              <a:r>
                <a:rPr lang="en-US" sz="1200" dirty="0" err="1">
                  <a:latin typeface="Arial"/>
                  <a:cs typeface="Arial"/>
                </a:rPr>
                <a:t>AutoEDA</a:t>
              </a:r>
              <a:r>
                <a:rPr lang="en-US" sz="1200" dirty="0">
                  <a:latin typeface="Arial"/>
                  <a:cs typeface="Arial"/>
                </a:rPr>
                <a:t> highly relevant and commercially viable.</a:t>
              </a:r>
              <a:endParaRPr lang="en-IN" sz="1200" dirty="0">
                <a:latin typeface="Arial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7496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80BAA19B-2E47-FA24-FB5B-3F2FF9A792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224890"/>
            <a:ext cx="9144000" cy="616579"/>
          </a:xfrm>
          <a:prstGeom prst="rect">
            <a:avLst/>
          </a:prstGeom>
        </p:spPr>
        <p:txBody>
          <a:bodyPr vert="horz" wrap="square" lIns="0" tIns="110236" rIns="0" bIns="0" rtlCol="0">
            <a:spAutoFit/>
          </a:bodyPr>
          <a:lstStyle/>
          <a:p>
            <a:pPr marL="1994535">
              <a:lnSpc>
                <a:spcPct val="100000"/>
              </a:lnSpc>
              <a:spcBef>
                <a:spcPts val="105"/>
              </a:spcBef>
            </a:pPr>
            <a:r>
              <a:rPr spc="-60" dirty="0"/>
              <a:t>IMPACT</a:t>
            </a:r>
            <a:r>
              <a:rPr spc="-235" dirty="0"/>
              <a:t> </a:t>
            </a:r>
            <a:r>
              <a:rPr dirty="0"/>
              <a:t>AND</a:t>
            </a:r>
            <a:r>
              <a:rPr spc="25" dirty="0"/>
              <a:t> </a:t>
            </a:r>
            <a:r>
              <a:rPr spc="-10" dirty="0"/>
              <a:t>BENEFITS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36EC0F-D4CF-3B85-5D8E-E9F520A4D3B9}"/>
              </a:ext>
            </a:extLst>
          </p:cNvPr>
          <p:cNvSpPr/>
          <p:nvPr/>
        </p:nvSpPr>
        <p:spPr>
          <a:xfrm>
            <a:off x="295846" y="1473199"/>
            <a:ext cx="5884821" cy="4910885"/>
          </a:xfrm>
          <a:prstGeom prst="roundRect">
            <a:avLst>
              <a:gd name="adj" fmla="val 4280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F82FD1-3A69-8E9A-2E6A-F999985D2CEE}"/>
              </a:ext>
            </a:extLst>
          </p:cNvPr>
          <p:cNvSpPr txBox="1"/>
          <p:nvPr/>
        </p:nvSpPr>
        <p:spPr>
          <a:xfrm>
            <a:off x="7733438" y="4724400"/>
            <a:ext cx="1413858" cy="1369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endParaRPr lang="en-US" sz="1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0" algn="ctr"/>
            <a:r>
              <a:rPr lang="en-US" sz="1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Social</a:t>
            </a:r>
          </a:p>
          <a:p>
            <a:pPr lvl="0" algn="ctr"/>
            <a:endParaRPr lang="en-US" sz="60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algn="ctr"/>
            <a:r>
              <a:rPr lang="en-US" sz="1050" b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Awareness of safe antimicrobial use</a:t>
            </a:r>
            <a:endParaRPr lang="en-IN" sz="1050" b="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IN" sz="1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8DA887-A2E6-0732-B77B-EBF6D0A94A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3331221"/>
              </p:ext>
            </p:extLst>
          </p:nvPr>
        </p:nvGraphicFramePr>
        <p:xfrm>
          <a:off x="381000" y="1413934"/>
          <a:ext cx="5689599" cy="4910886"/>
        </p:xfrm>
        <a:graphic>
          <a:graphicData uri="http://schemas.openxmlformats.org/drawingml/2006/table">
            <a:tbl>
              <a:tblPr/>
              <a:tblGrid>
                <a:gridCol w="1896533">
                  <a:extLst>
                    <a:ext uri="{9D8B030D-6E8A-4147-A177-3AD203B41FA5}">
                      <a16:colId xmlns:a16="http://schemas.microsoft.com/office/drawing/2014/main" val="2286035110"/>
                    </a:ext>
                  </a:extLst>
                </a:gridCol>
                <a:gridCol w="1896533">
                  <a:extLst>
                    <a:ext uri="{9D8B030D-6E8A-4147-A177-3AD203B41FA5}">
                      <a16:colId xmlns:a16="http://schemas.microsoft.com/office/drawing/2014/main" val="3055723051"/>
                    </a:ext>
                  </a:extLst>
                </a:gridCol>
                <a:gridCol w="1896533">
                  <a:extLst>
                    <a:ext uri="{9D8B030D-6E8A-4147-A177-3AD203B41FA5}">
                      <a16:colId xmlns:a16="http://schemas.microsoft.com/office/drawing/2014/main" val="2516146148"/>
                    </a:ext>
                  </a:extLst>
                </a:gridCol>
              </a:tblGrid>
              <a:tr h="3548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Stakeholder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Impact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Benefits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4806973"/>
                  </a:ext>
                </a:extLst>
              </a:tr>
              <a:tr h="851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Data Analysts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Reduced manual effort through automated EDA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Saves time, improves analysis efficiency, and increases productivity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9291752"/>
                  </a:ext>
                </a:extLst>
              </a:tr>
              <a:tr h="77649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Businesses / Organizations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Faster and more accurate insights from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Enables data-driven decisions and early anomaly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9143033"/>
                  </a:ext>
                </a:extLst>
              </a:tr>
              <a:tr h="851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Students &amp; Researchers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Hands-on exposure to deep learning-based EDA systems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Enhances learning and research capabilities in AI-driven analytics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384470"/>
                  </a:ext>
                </a:extLst>
              </a:tr>
              <a:tr h="851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Developers / Data Engineers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Access to modular, extensible architecture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Allows integration of new models and scalable system improvements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188376"/>
                  </a:ext>
                </a:extLst>
              </a:tr>
              <a:tr h="851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Non-Technical Users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Simplified, no-code interface for complex EDA tasks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Promotes accessibility and wider adoption of data analysis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2108365"/>
                  </a:ext>
                </a:extLst>
              </a:tr>
            </a:tbl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A815F8F-E133-D5BB-82F0-2EACA5C453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8271428"/>
              </p:ext>
            </p:extLst>
          </p:nvPr>
        </p:nvGraphicFramePr>
        <p:xfrm>
          <a:off x="6265821" y="1473199"/>
          <a:ext cx="2799675" cy="491088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27126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/>
        </p:nvSpPr>
        <p:spPr>
          <a:xfrm>
            <a:off x="2246312" y="3044825"/>
            <a:ext cx="46515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0001"/>
              </a:buClr>
              <a:buSzPts val="4400"/>
              <a:buFont typeface="Times New Roman"/>
              <a:buNone/>
            </a:pPr>
            <a:r>
              <a:rPr lang="en-US" sz="4400" b="1" i="0" u="none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r>
              <a:rPr lang="en-US" sz="4400" b="1" dirty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!</a:t>
            </a:r>
            <a:endParaRPr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ollege template">
  <a:themeElements>
    <a:clrScheme name="college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llege template">
  <a:themeElements>
    <a:clrScheme name="college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2964</TotalTime>
  <Words>605</Words>
  <Application>Microsoft Office PowerPoint</Application>
  <PresentationFormat>On-screen Show (4:3)</PresentationFormat>
  <Paragraphs>114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Book Antiqua</vt:lpstr>
      <vt:lpstr>Times New Roman</vt:lpstr>
      <vt:lpstr>Arial</vt:lpstr>
      <vt:lpstr>1_college template</vt:lpstr>
      <vt:lpstr>college template</vt:lpstr>
      <vt:lpstr>AutoEDA – Deep Learning Powered Automated Exploratory Data Analysis</vt:lpstr>
      <vt:lpstr>PROBLEM STATEMENT</vt:lpstr>
      <vt:lpstr>TECHNICAL APPROACH</vt:lpstr>
      <vt:lpstr>FEASIBILITY AND VIABILITY</vt:lpstr>
      <vt:lpstr>IMPACT AND BENEFITS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PROACTIVE ANIMAL HEALTH ANALYSIS</dc:title>
  <dc:creator>Avudaiappan S</dc:creator>
  <cp:lastModifiedBy>VARUN S</cp:lastModifiedBy>
  <cp:revision>29</cp:revision>
  <dcterms:modified xsi:type="dcterms:W3CDTF">2025-10-15T08:07:44Z</dcterms:modified>
</cp:coreProperties>
</file>